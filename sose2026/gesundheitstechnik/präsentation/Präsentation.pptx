
<file path=[Content_Types].xml><?xml version="1.0" encoding="utf-8"?>
<Types xmlns="http://schemas.openxmlformats.org/package/2006/content-types">
  <Default Extension="822753" ContentType="image/png"/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5"/>
  </p:sldMasterIdLst>
  <p:notesMasterIdLst>
    <p:notesMasterId r:id="rId24"/>
  </p:notesMasterIdLst>
  <p:handoutMasterIdLst>
    <p:handoutMasterId r:id="rId25"/>
  </p:handoutMasterIdLst>
  <p:sldIdLst>
    <p:sldId id="411" r:id="rId6"/>
    <p:sldId id="515" r:id="rId7"/>
    <p:sldId id="514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495" r:id="rId22"/>
    <p:sldId id="513" r:id="rId23"/>
  </p:sldIdLst>
  <p:sldSz cx="12168188" cy="6840538"/>
  <p:notesSz cx="6797675" cy="9872663"/>
  <p:custDataLst>
    <p:tags r:id="rId26"/>
  </p:custDataLst>
  <p:defaultTextStyle>
    <a:defPPr>
      <a:defRPr lang="de-DE"/>
    </a:defPPr>
    <a:lvl1pPr marL="0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1pPr>
    <a:lvl2pPr marL="608333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2pPr>
    <a:lvl3pPr marL="1216664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3pPr>
    <a:lvl4pPr marL="1824996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4pPr>
    <a:lvl5pPr marL="2433328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5pPr>
    <a:lvl6pPr marL="3041660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6pPr>
    <a:lvl7pPr marL="3649993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7pPr>
    <a:lvl8pPr marL="4258324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8pPr>
    <a:lvl9pPr marL="4866657" algn="l" defTabSz="608333" rtl="0" eaLnBrk="1" latinLnBrk="0" hangingPunct="1">
      <a:defRPr sz="237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9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30F96E-EE1F-037E-57B5-03A8CA5FB587}" name="Steigerwald Andrea GH" initials="SAG" userId="S::andrea.steigerwald@grenzebach.com::745785f0-f102-4c7d-bb71-6cbab8316583" providerId="AD"/>
  <p188:author id="{7B5C3B95-49C6-6FC8-7E8F-8096F5FA22EC}" name="Celeste Anna" initials="AC" userId="S::anna.celeste@grenzebach.com::6dc7ceb9-0ee1-4307-87af-c8282f1592aa" providerId="AD"/>
  <p188:author id="{1510F6AB-4270-5CAD-AF3F-0C95EB63F11C}" name="Dogan Buket" initials="BD" userId="S::Buket.Dogan@grenzebach.com::f89f4047-762e-4ebf-ae6b-608d8a99b983" providerId="AD"/>
  <p188:author id="{5E8694D7-B34F-18EB-FCAF-090378C654B1}" name="Veith Anna GH" initials="VAG" userId="S::anna.veith@grenzebach.com::6dc7ceb9-0ee1-4307-87af-c8282f1592aa" providerId="AD"/>
  <p188:author id="{1C4BC3F0-918F-97E4-E14F-7E07548FE840}" name="Koettel Daniela GH" initials="KDG" userId="S::daniela.koettel@grenzebach.com::2a528f80-943e-4bf8-b13c-5beb883ca6e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ben Frédéric GH" initials="FE" lastIdx="1" clrIdx="0"/>
  <p:cmAuthor id="2" name="Dornberger Andrea GH" initials="DG" lastIdx="1" clrIdx="1">
    <p:extLst>
      <p:ext uri="{19B8F6BF-5375-455C-9EA6-DF929625EA0E}">
        <p15:presenceInfo xmlns:p15="http://schemas.microsoft.com/office/powerpoint/2012/main" userId="S::andrea.dornberger@grenzebach.com::745785f0-f102-4c7d-bb71-6cbab8316583" providerId="AD"/>
      </p:ext>
    </p:extLst>
  </p:cmAuthor>
  <p:cmAuthor id="3" name="Steigerwald Andrea GH" initials="SAG" lastIdx="29" clrIdx="2">
    <p:extLst>
      <p:ext uri="{19B8F6BF-5375-455C-9EA6-DF929625EA0E}">
        <p15:presenceInfo xmlns:p15="http://schemas.microsoft.com/office/powerpoint/2012/main" userId="S::andrea.steigerwald@grenzebach.com::745785f0-f102-4c7d-bb71-6cbab8316583" providerId="AD"/>
      </p:ext>
    </p:extLst>
  </p:cmAuthor>
  <p:cmAuthor id="4" name="Veith Anna GH" initials="VAG" lastIdx="5" clrIdx="3">
    <p:extLst>
      <p:ext uri="{19B8F6BF-5375-455C-9EA6-DF929625EA0E}">
        <p15:presenceInfo xmlns:p15="http://schemas.microsoft.com/office/powerpoint/2012/main" userId="S::anna.veith@grenzebach.com::6dc7ceb9-0ee1-4307-87af-c8282f1592aa" providerId="AD"/>
      </p:ext>
    </p:extLst>
  </p:cmAuthor>
  <p:cmAuthor id="5" name="Koettel Daniela GH" initials="KDG" lastIdx="22" clrIdx="4">
    <p:extLst>
      <p:ext uri="{19B8F6BF-5375-455C-9EA6-DF929625EA0E}">
        <p15:presenceInfo xmlns:p15="http://schemas.microsoft.com/office/powerpoint/2012/main" userId="S::daniela.koettel@grenzebach.com::2a528f80-943e-4bf8-b13c-5beb883ca6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E63"/>
    <a:srgbClr val="565759"/>
    <a:srgbClr val="FFFFFF"/>
    <a:srgbClr val="91A5B8"/>
    <a:srgbClr val="91A5B9"/>
    <a:srgbClr val="E3E3E5"/>
    <a:srgbClr val="E30014"/>
    <a:srgbClr val="616669"/>
    <a:srgbClr val="008079"/>
    <a:srgbClr val="006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5" y="77"/>
      </p:cViewPr>
      <p:guideLst>
        <p:guide orient="horz" pos="2359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l">
              <a:defRPr sz="1200"/>
            </a:lvl1pPr>
          </a:lstStyle>
          <a:p>
            <a:endParaRPr lang="de-DE">
              <a:latin typeface="Arial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r">
              <a:defRPr sz="1200"/>
            </a:lvl1pPr>
          </a:lstStyle>
          <a:p>
            <a:fld id="{0F784156-58AD-FA46-BF11-DEEA4A958F91}" type="datetimeFigureOut">
              <a:rPr lang="de-DE" smtClean="0">
                <a:latin typeface="Arial"/>
              </a:rPr>
              <a:t>01.07.2026</a:t>
            </a:fld>
            <a:endParaRPr lang="de-DE">
              <a:latin typeface="Arial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l">
              <a:defRPr sz="1200"/>
            </a:lvl1pPr>
          </a:lstStyle>
          <a:p>
            <a:endParaRPr lang="de-DE">
              <a:latin typeface="Arial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4" y="9377316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r">
              <a:defRPr sz="1200"/>
            </a:lvl1pPr>
          </a:lstStyle>
          <a:p>
            <a:fld id="{70F91B8B-08A1-6342-8095-412F71F49256}" type="slidenum">
              <a:rPr lang="de-DE" smtClean="0">
                <a:latin typeface="Arial"/>
              </a:rPr>
              <a:t>‹Nr.›</a:t>
            </a:fld>
            <a:endParaRPr lang="de-DE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73248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l">
              <a:defRPr sz="1200">
                <a:latin typeface="Arial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/>
          <a:lstStyle>
            <a:lvl1pPr algn="r">
              <a:defRPr sz="1200">
                <a:latin typeface="Arial"/>
              </a:defRPr>
            </a:lvl1pPr>
          </a:lstStyle>
          <a:p>
            <a:fld id="{A85D1D89-63D1-8A49-96D5-8FDA91408766}" type="datetimeFigureOut">
              <a:rPr lang="de-DE" smtClean="0"/>
              <a:pPr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39775"/>
            <a:ext cx="6588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7" tIns="45363" rIns="90727" bIns="45363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0727" tIns="45363" rIns="90727" bIns="45363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377316"/>
            <a:ext cx="2945659" cy="493633"/>
          </a:xfrm>
          <a:prstGeom prst="rect">
            <a:avLst/>
          </a:prstGeom>
        </p:spPr>
        <p:txBody>
          <a:bodyPr vert="horz" lIns="90727" tIns="45363" rIns="90727" bIns="45363" rtlCol="0" anchor="b"/>
          <a:lstStyle>
            <a:lvl1pPr algn="r">
              <a:defRPr sz="1200">
                <a:latin typeface="Arial"/>
              </a:defRPr>
            </a:lvl1pPr>
          </a:lstStyle>
          <a:p>
            <a:fld id="{AC961176-E764-E547-9AD7-EDAE68C2C45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1550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8333" rtl="0" eaLnBrk="1" latinLnBrk="0" hangingPunct="1">
      <a:defRPr sz="1584" kern="1200">
        <a:solidFill>
          <a:schemeClr val="tx1"/>
        </a:solidFill>
        <a:latin typeface="Arial"/>
        <a:ea typeface="+mn-ea"/>
        <a:cs typeface="+mn-cs"/>
      </a:defRPr>
    </a:lvl1pPr>
    <a:lvl2pPr marL="608333" algn="l" defTabSz="608333" rtl="0" eaLnBrk="1" latinLnBrk="0" hangingPunct="1">
      <a:defRPr sz="1584" kern="1200">
        <a:solidFill>
          <a:schemeClr val="tx1"/>
        </a:solidFill>
        <a:latin typeface="Arial"/>
        <a:ea typeface="+mn-ea"/>
        <a:cs typeface="+mn-cs"/>
      </a:defRPr>
    </a:lvl2pPr>
    <a:lvl3pPr marL="1216664" algn="l" defTabSz="608333" rtl="0" eaLnBrk="1" latinLnBrk="0" hangingPunct="1">
      <a:defRPr sz="1584" kern="1200">
        <a:solidFill>
          <a:schemeClr val="tx1"/>
        </a:solidFill>
        <a:latin typeface="Arial"/>
        <a:ea typeface="+mn-ea"/>
        <a:cs typeface="+mn-cs"/>
      </a:defRPr>
    </a:lvl3pPr>
    <a:lvl4pPr marL="1824996" algn="l" defTabSz="608333" rtl="0" eaLnBrk="1" latinLnBrk="0" hangingPunct="1">
      <a:defRPr sz="1584" kern="1200">
        <a:solidFill>
          <a:schemeClr val="tx1"/>
        </a:solidFill>
        <a:latin typeface="Arial"/>
        <a:ea typeface="+mn-ea"/>
        <a:cs typeface="+mn-cs"/>
      </a:defRPr>
    </a:lvl4pPr>
    <a:lvl5pPr marL="2433328" algn="l" defTabSz="608333" rtl="0" eaLnBrk="1" latinLnBrk="0" hangingPunct="1">
      <a:defRPr sz="1584" kern="1200">
        <a:solidFill>
          <a:schemeClr val="tx1"/>
        </a:solidFill>
        <a:latin typeface="Arial"/>
        <a:ea typeface="+mn-ea"/>
        <a:cs typeface="+mn-cs"/>
      </a:defRPr>
    </a:lvl5pPr>
    <a:lvl6pPr marL="3041660" algn="l" defTabSz="608333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3649993" algn="l" defTabSz="608333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4258324" algn="l" defTabSz="608333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4866657" algn="l" defTabSz="608333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61176-E764-E547-9AD7-EDAE68C2C45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70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grenzebach.com/" TargetMode="External"/><Relationship Id="rId4" Type="http://schemas.openxmlformats.org/officeDocument/2006/relationships/image" Target="../media/image7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4331A5C-6826-4E0F-8FF5-B3D10FD8E6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" y="413"/>
            <a:ext cx="12167140" cy="68403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2FD9B69-BB6C-4462-A46B-CC09FA31131C}"/>
              </a:ext>
            </a:extLst>
          </p:cNvPr>
          <p:cNvSpPr/>
          <p:nvPr userDrawn="1"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70F9F02D-1AB5-4E08-80B9-B1848D682B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2174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68" imgH="668" progId="TCLayout.ActiveDocument.1">
                  <p:embed/>
                </p:oleObj>
              </mc:Choice>
              <mc:Fallback>
                <p:oleObj name="think-cell Folie" r:id="rId4" imgW="668" imgH="66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70F9F02D-1AB5-4E08-80B9-B1848D682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000" y="5256000"/>
            <a:ext cx="9360000" cy="648000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buFontTx/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noProof="0"/>
              <a:t>Präsentationstitel, Arial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000" y="5904000"/>
            <a:ext cx="9360000" cy="216000"/>
          </a:xfrm>
          <a:prstGeom prst="rect">
            <a:avLst/>
          </a:prstGeom>
        </p:spPr>
        <p:txBody>
          <a:bodyPr lIns="36000" tIns="0" rIns="36000" bIns="0" anchor="t"/>
          <a:lstStyle>
            <a:lvl1pPr marL="0" indent="0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Ort, Datum, Arial 14pt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E432D1D-0888-4883-BBDA-C324E7FBCEB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710" y="1980000"/>
            <a:ext cx="5040000" cy="11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6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32086-B41E-406A-82AD-52346ED44E44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21DD6F13-4D5F-49CD-9A54-5FC292648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5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1DA3756A-600F-4983-A82E-8CB91236CD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</p:spTree>
    <p:extLst>
      <p:ext uri="{BB962C8B-B14F-4D97-AF65-F5344CB8AC3E}">
        <p14:creationId xmlns:p14="http://schemas.microsoft.com/office/powerpoint/2010/main" val="421963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3C41-B64C-4DDC-9079-538D565A510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8" name="Textplatzhalter 1"/>
          <p:cNvSpPr>
            <a:spLocks noGrp="1"/>
          </p:cNvSpPr>
          <p:nvPr>
            <p:ph idx="1" hasCustomPrompt="1"/>
          </p:nvPr>
        </p:nvSpPr>
        <p:spPr>
          <a:xfrm>
            <a:off x="358775" y="1223963"/>
            <a:ext cx="11449413" cy="50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noProof="0" dirty="0"/>
            </a:lvl1pPr>
            <a:lvl2pPr>
              <a:defRPr lang="en-US" noProof="0" dirty="0"/>
            </a:lvl2pPr>
            <a:lvl3pPr>
              <a:defRPr lang="en-US" noProof="0" dirty="0"/>
            </a:lvl3pPr>
            <a:lvl4pPr>
              <a:defRPr lang="en-US" noProof="0" dirty="0"/>
            </a:lvl4pPr>
            <a:lvl5pPr>
              <a:defRPr lang="en-US" noProof="0" dirty="0"/>
            </a:lvl5pPr>
          </a:lstStyle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296805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B158F595-D676-4C03-8AB3-0538A23517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3068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668" imgH="668" progId="TCLayout.ActiveDocument.1">
                  <p:embed/>
                </p:oleObj>
              </mc:Choice>
              <mc:Fallback>
                <p:oleObj name="think-cell Folie" r:id="rId3" imgW="668" imgH="668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B158F595-D676-4C03-8AB3-0538A23517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679C32A9-31F5-4023-8430-63AF96D47D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8775" y="1223963"/>
            <a:ext cx="11445875" cy="5040312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4494588-E953-4BE2-A714-841ED567FC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4932000"/>
            <a:ext cx="11448000" cy="1008063"/>
          </a:xfrm>
          <a:solidFill>
            <a:schemeClr val="bg1">
              <a:alpha val="70000"/>
            </a:schemeClr>
          </a:solidFill>
        </p:spPr>
        <p:txBody>
          <a:bodyPr lIns="180000" tIns="108000" rIns="180000" bIns="108000"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noProof="0" dirty="0" err="1"/>
              <a:t>Neues</a:t>
            </a:r>
            <a:r>
              <a:rPr lang="en-US" noProof="0" dirty="0"/>
              <a:t> </a:t>
            </a:r>
            <a:r>
              <a:rPr lang="en-US" noProof="0" dirty="0" err="1"/>
              <a:t>Kapitel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95C557F-E00B-45C1-AD05-EBB089C9A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16212-6417-4DE4-9C88-40C6A2DF47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AAEA673-0B38-4AFA-82EE-0A69A50E43C3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019459-0D8E-40C3-96EB-A808F4AC30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663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ivid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6E1B9EC-E0B3-4A4D-BF5F-7414E3122D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3963"/>
            <a:ext cx="12168188" cy="5040312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E2A799F-3E3C-4F2D-A1E2-4CF07ADB1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223963"/>
            <a:ext cx="12168188" cy="5040312"/>
          </a:xfrm>
          <a:solidFill>
            <a:srgbClr val="585E63">
              <a:alpha val="40000"/>
            </a:srgbClr>
          </a:solidFill>
        </p:spPr>
        <p:txBody>
          <a:bodyPr lIns="720000" anchor="ctr"/>
          <a:lstStyle>
            <a:lvl1pPr marL="0" indent="0">
              <a:buNone/>
              <a:defRPr sz="6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Neues Kapitel (60pt, fett)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6C5202F-CBAE-4EC9-95AD-121B04870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DDFCB4-FF59-4C14-9698-FF368EC516D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7E0440-E470-452B-8353-F729DEF54E7D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6F5618-FC57-4684-8CEA-8AC2C6233C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1750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C420-C51F-4728-ADE5-BBFA992F01D6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1224000"/>
            <a:ext cx="5580000" cy="5040000"/>
          </a:xfrm>
        </p:spPr>
        <p:txBody>
          <a:bodyPr lIns="0" tIns="0" rIns="0" b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9412" y="1224000"/>
            <a:ext cx="5580000" cy="5040000"/>
          </a:xfrm>
        </p:spPr>
        <p:txBody>
          <a:bodyPr lIns="0" tIns="0" rIns="0" b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175603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BFD9-1BAE-4659-8FF3-99865F4BDD7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6094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242661A6-CEE7-4B4B-B89F-E8D82B22C3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2000" y="1224000"/>
            <a:ext cx="3636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843088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62B7-2D0D-4185-944B-A667661EDADB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0033E154-D5E4-4D4F-9451-15247C635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8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5499317A-9F6A-47C9-BF71-D6B286783D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B5877BC-FA03-45CA-8D95-6EAB9163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C2D62CD8-8288-4148-942A-E308721D0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1224000"/>
            <a:ext cx="5579999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8048650E-EE63-4A13-A014-0958B7787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7827" y="1224000"/>
            <a:ext cx="5581585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242661A6-CEE7-4B4B-B89F-E8D82B22C3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998" y="3887962"/>
            <a:ext cx="5579998" cy="2376313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07D3E80B-48E3-4A16-9703-2E34F3AEE7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9414" y="3887962"/>
            <a:ext cx="5579998" cy="2376313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106929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object +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4B6275-EFD4-4F66-AE2D-0D12191A52BA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7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51AA2DBB-222F-4FF3-B47B-FE74289451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9412" y="1224000"/>
            <a:ext cx="3600000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835D2048-4E22-4DA4-B2DC-029AFC7299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9412" y="3887998"/>
            <a:ext cx="3600000" cy="2376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2BE97-398E-4F52-A542-639B038C139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0363" y="1224000"/>
            <a:ext cx="7560000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17B3BB7F-6D3E-4D97-81FF-FE45C92FF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DD46C2C9-EE09-4C8E-BCEC-A62FD75657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BC037905-D868-4DF3-A4CA-C228E191F6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304011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object +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F05C8FA-13F3-4515-BBCE-036FB95785D4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17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51AA2DBB-222F-4FF3-B47B-FE74289451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84888" y="1223999"/>
            <a:ext cx="5724524" cy="5040275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2BE97-398E-4F52-A542-639B038C139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60363" y="1224000"/>
            <a:ext cx="5723731" cy="5040000"/>
          </a:xfrm>
        </p:spPr>
        <p:txBody>
          <a:bodyPr lIns="0" rIns="0"/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, um Text-Master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Zweites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 err="1"/>
              <a:t>Drittes</a:t>
            </a:r>
            <a:r>
              <a:rPr lang="en-US" noProof="0" dirty="0"/>
              <a:t> Level</a:t>
            </a:r>
          </a:p>
          <a:p>
            <a:pPr lvl="3"/>
            <a:r>
              <a:rPr lang="en-US" noProof="0" dirty="0" err="1"/>
              <a:t>Viertes</a:t>
            </a:r>
            <a:r>
              <a:rPr lang="en-US" noProof="0" dirty="0"/>
              <a:t> Level</a:t>
            </a:r>
          </a:p>
          <a:p>
            <a:pPr lvl="4"/>
            <a:r>
              <a:rPr lang="en-US" noProof="0" dirty="0" err="1"/>
              <a:t>Fünftes</a:t>
            </a:r>
            <a:r>
              <a:rPr lang="en-US" noProof="0" dirty="0"/>
              <a:t> Level</a:t>
            </a:r>
          </a:p>
        </p:txBody>
      </p:sp>
      <p:sp>
        <p:nvSpPr>
          <p:cNvPr id="13" name="Fußzeilenplatzhalter 3">
            <a:extLst>
              <a:ext uri="{FF2B5EF4-FFF2-40B4-BE49-F238E27FC236}">
                <a16:creationId xmlns:a16="http://schemas.microsoft.com/office/drawing/2014/main" id="{17B3BB7F-6D3E-4D97-81FF-FE45C92FF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DD46C2C9-EE09-4C8E-BCEC-A62FD75657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BC037905-D868-4DF3-A4CA-C228E191F6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5771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ection |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064000" y="1224000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2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60000" y="1223963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28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215930" y="1223462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8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58775" y="3798000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61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4215930" y="3797462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64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8064000" y="3798000"/>
            <a:ext cx="3744000" cy="24660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3" name="Textplatzhalter 35">
            <a:extLst>
              <a:ext uri="{FF2B5EF4-FFF2-40B4-BE49-F238E27FC236}">
                <a16:creationId xmlns:a16="http://schemas.microsoft.com/office/drawing/2014/main" id="{F4E7A05B-12EB-4E76-A22E-8301E4090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16753" y="3204160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54" name="Textplatzhalter 35">
            <a:extLst>
              <a:ext uri="{FF2B5EF4-FFF2-40B4-BE49-F238E27FC236}">
                <a16:creationId xmlns:a16="http://schemas.microsoft.com/office/drawing/2014/main" id="{891B6FC7-679B-4434-83B2-E2D9A5B0A95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15515" y="3491962"/>
            <a:ext cx="3826622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83EAF3A8-41B7-4F5D-A704-C79877932743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51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26" name="Fußzeilenplatzhalter 3">
            <a:extLst>
              <a:ext uri="{FF2B5EF4-FFF2-40B4-BE49-F238E27FC236}">
                <a16:creationId xmlns:a16="http://schemas.microsoft.com/office/drawing/2014/main" id="{B0C178F1-BF4A-4A3B-A63A-AF192CE2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8A64BC1D-B2BA-4CFC-82F5-A267CA1F5E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33" name="Textplatzhalter 35">
            <a:extLst>
              <a:ext uri="{FF2B5EF4-FFF2-40B4-BE49-F238E27FC236}">
                <a16:creationId xmlns:a16="http://schemas.microsoft.com/office/drawing/2014/main" id="{F8ACB046-589C-4895-A868-79FDEAC265E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163457" y="3204673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4" name="Textplatzhalter 35">
            <a:extLst>
              <a:ext uri="{FF2B5EF4-FFF2-40B4-BE49-F238E27FC236}">
                <a16:creationId xmlns:a16="http://schemas.microsoft.com/office/drawing/2014/main" id="{4BFCCBED-4CE0-4606-AA03-30253234825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162219" y="3492475"/>
            <a:ext cx="3826622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35" name="Textplatzhalter 35">
            <a:extLst>
              <a:ext uri="{FF2B5EF4-FFF2-40B4-BE49-F238E27FC236}">
                <a16:creationId xmlns:a16="http://schemas.microsoft.com/office/drawing/2014/main" id="{386B1ADB-5355-4AE7-AC72-DB81CAAB0ED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017999" y="3204175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860A5883-B768-4593-94FE-E9EC6795773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17999" y="3491978"/>
            <a:ext cx="3826622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1" name="Textplatzhalter 35">
            <a:extLst>
              <a:ext uri="{FF2B5EF4-FFF2-40B4-BE49-F238E27FC236}">
                <a16:creationId xmlns:a16="http://schemas.microsoft.com/office/drawing/2014/main" id="{6A6BE054-5C5E-4457-B11F-1DF39516FCF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15515" y="5779446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2" name="Textplatzhalter 35">
            <a:extLst>
              <a:ext uri="{FF2B5EF4-FFF2-40B4-BE49-F238E27FC236}">
                <a16:creationId xmlns:a16="http://schemas.microsoft.com/office/drawing/2014/main" id="{235713F6-5B2E-4F2E-84DB-06649FF8E86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14277" y="6067248"/>
            <a:ext cx="3826622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3" name="Textplatzhalter 35">
            <a:extLst>
              <a:ext uri="{FF2B5EF4-FFF2-40B4-BE49-F238E27FC236}">
                <a16:creationId xmlns:a16="http://schemas.microsoft.com/office/drawing/2014/main" id="{62263897-808A-418A-BC6B-C0F4D2E5A4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162219" y="5779959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4" name="Textplatzhalter 35">
            <a:extLst>
              <a:ext uri="{FF2B5EF4-FFF2-40B4-BE49-F238E27FC236}">
                <a16:creationId xmlns:a16="http://schemas.microsoft.com/office/drawing/2014/main" id="{C9D9D79E-7443-4BEF-ABE6-BA4A7B56E4A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160981" y="6067761"/>
            <a:ext cx="3826622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5" name="Textplatzhalter 35">
            <a:extLst>
              <a:ext uri="{FF2B5EF4-FFF2-40B4-BE49-F238E27FC236}">
                <a16:creationId xmlns:a16="http://schemas.microsoft.com/office/drawing/2014/main" id="{536185A2-40C0-4197-9309-A19C3863EDD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016761" y="5779461"/>
            <a:ext cx="3826622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46" name="Textplatzhalter 35">
            <a:extLst>
              <a:ext uri="{FF2B5EF4-FFF2-40B4-BE49-F238E27FC236}">
                <a16:creationId xmlns:a16="http://schemas.microsoft.com/office/drawing/2014/main" id="{4DCFF8B3-2A37-48E9-9615-D043A67A6EC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016761" y="6067264"/>
            <a:ext cx="3826622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</p:spTree>
    <p:extLst>
      <p:ext uri="{BB962C8B-B14F-4D97-AF65-F5344CB8AC3E}">
        <p14:creationId xmlns:p14="http://schemas.microsoft.com/office/powerpoint/2010/main" val="788045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collection |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3">
            <a:extLst>
              <a:ext uri="{FF2B5EF4-FFF2-40B4-BE49-F238E27FC236}">
                <a16:creationId xmlns:a16="http://schemas.microsoft.com/office/drawing/2014/main" id="{964CDA10-6958-06D8-05AA-757F0A3D6ED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3246572" y="3799248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12" name="Bildplatzhalter 33">
            <a:extLst>
              <a:ext uri="{FF2B5EF4-FFF2-40B4-BE49-F238E27FC236}">
                <a16:creationId xmlns:a16="http://schemas.microsoft.com/office/drawing/2014/main" id="{EF3DDCD2-56B4-5381-D70D-8BA4B319392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9019718" y="3799248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13" name="Bildplatzhalter 33">
            <a:extLst>
              <a:ext uri="{FF2B5EF4-FFF2-40B4-BE49-F238E27FC236}">
                <a16:creationId xmlns:a16="http://schemas.microsoft.com/office/drawing/2014/main" id="{D72A13A3-44A9-51C0-3237-02C523F4EDB5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6133145" y="3799248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14" name="Bildplatzhalter 33">
            <a:extLst>
              <a:ext uri="{FF2B5EF4-FFF2-40B4-BE49-F238E27FC236}">
                <a16:creationId xmlns:a16="http://schemas.microsoft.com/office/drawing/2014/main" id="{3866EC4A-498E-4783-0C77-18656ABC521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359999" y="3799248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2" name="Bildplatzhalter 33">
            <a:extLst>
              <a:ext uri="{FF2B5EF4-FFF2-40B4-BE49-F238E27FC236}">
                <a16:creationId xmlns:a16="http://schemas.microsoft.com/office/drawing/2014/main" id="{300BC2E6-6CE5-7272-3FAE-0DC302CDD30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3245348" y="1223963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3" name="Bildplatzhalter 33">
            <a:extLst>
              <a:ext uri="{FF2B5EF4-FFF2-40B4-BE49-F238E27FC236}">
                <a16:creationId xmlns:a16="http://schemas.microsoft.com/office/drawing/2014/main" id="{A8BB4889-607C-639C-B405-76A6618F3E85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018494" y="1223963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" name="Bildplatzhalter 33">
            <a:extLst>
              <a:ext uri="{FF2B5EF4-FFF2-40B4-BE49-F238E27FC236}">
                <a16:creationId xmlns:a16="http://schemas.microsoft.com/office/drawing/2014/main" id="{B72CC77C-3B26-B330-6748-2F2787646FCE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131921" y="1223963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2" name="Bildplatzhalter 33">
            <a:extLst>
              <a:ext uri="{FF2B5EF4-FFF2-40B4-BE49-F238E27FC236}">
                <a16:creationId xmlns:a16="http://schemas.microsoft.com/office/drawing/2014/main" id="{8A5C60FA-C24A-4225-9F0D-286F08E83E33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58775" y="1223963"/>
            <a:ext cx="2789506" cy="2484076"/>
          </a:xfrm>
          <a:prstGeom prst="rect">
            <a:avLst/>
          </a:prstGeom>
        </p:spPr>
        <p:txBody>
          <a:bodyPr lIns="0" tIns="0" rIns="0" bIns="0"/>
          <a:lstStyle>
            <a:lvl1pPr rtl="0">
              <a:defRPr sz="1600"/>
            </a:lvl1pPr>
          </a:lstStyle>
          <a:p>
            <a:r>
              <a:rPr lang="en-US" noProof="0" dirty="0"/>
              <a:t>Bild </a:t>
            </a:r>
            <a:r>
              <a:rPr lang="en-US" noProof="0" dirty="0" err="1"/>
              <a:t>einfügen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Anklicken</a:t>
            </a:r>
            <a:r>
              <a:rPr lang="en-US" noProof="0" dirty="0"/>
              <a:t> des Symbol</a:t>
            </a:r>
          </a:p>
        </p:txBody>
      </p:sp>
      <p:sp>
        <p:nvSpPr>
          <p:cNvPr id="53" name="Textplatzhalter 35">
            <a:extLst>
              <a:ext uri="{FF2B5EF4-FFF2-40B4-BE49-F238E27FC236}">
                <a16:creationId xmlns:a16="http://schemas.microsoft.com/office/drawing/2014/main" id="{F4E7A05B-12EB-4E76-A22E-8301E4090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16753" y="3204160"/>
            <a:ext cx="2891974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54" name="Textplatzhalter 35">
            <a:extLst>
              <a:ext uri="{FF2B5EF4-FFF2-40B4-BE49-F238E27FC236}">
                <a16:creationId xmlns:a16="http://schemas.microsoft.com/office/drawing/2014/main" id="{891B6FC7-679B-4434-83B2-E2D9A5B0A95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15515" y="3491962"/>
            <a:ext cx="2891974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425E50C5-AFE0-422E-BFB0-95F9E442171C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50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51" name="Titelplatzhalter 4" title="Headline, Arial 21pt"/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26" name="Fußzeilenplatzhalter 3">
            <a:extLst>
              <a:ext uri="{FF2B5EF4-FFF2-40B4-BE49-F238E27FC236}">
                <a16:creationId xmlns:a16="http://schemas.microsoft.com/office/drawing/2014/main" id="{B0C178F1-BF4A-4A3B-A63A-AF192CE2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27" name="Textplatzhalter 5">
            <a:extLst>
              <a:ext uri="{FF2B5EF4-FFF2-40B4-BE49-F238E27FC236}">
                <a16:creationId xmlns:a16="http://schemas.microsoft.com/office/drawing/2014/main" id="{8A64BC1D-B2BA-4CFC-82F5-A267CA1F5E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>
            <a:noAutofit/>
          </a:bodyPr>
          <a:lstStyle>
            <a:lvl1pPr marL="432000" indent="-43200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Referenz</a:t>
            </a:r>
            <a:r>
              <a:rPr lang="en-US" noProof="0" dirty="0"/>
              <a:t> / Quelle, Arial 8pt</a:t>
            </a:r>
          </a:p>
        </p:txBody>
      </p:sp>
      <p:sp>
        <p:nvSpPr>
          <p:cNvPr id="33" name="Textplatzhalter 35">
            <a:extLst>
              <a:ext uri="{FF2B5EF4-FFF2-40B4-BE49-F238E27FC236}">
                <a16:creationId xmlns:a16="http://schemas.microsoft.com/office/drawing/2014/main" id="{F8ACB046-589C-4895-A868-79FDEAC265E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199186" y="3204673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4" name="Textplatzhalter 35">
            <a:extLst>
              <a:ext uri="{FF2B5EF4-FFF2-40B4-BE49-F238E27FC236}">
                <a16:creationId xmlns:a16="http://schemas.microsoft.com/office/drawing/2014/main" id="{4BFCCBED-4CE0-4606-AA03-30253234825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197948" y="3492475"/>
            <a:ext cx="2886146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35" name="Textplatzhalter 35">
            <a:extLst>
              <a:ext uri="{FF2B5EF4-FFF2-40B4-BE49-F238E27FC236}">
                <a16:creationId xmlns:a16="http://schemas.microsoft.com/office/drawing/2014/main" id="{386B1ADB-5355-4AE7-AC72-DB81CAAB0ED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089922" y="3204175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860A5883-B768-4593-94FE-E9EC6795773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089922" y="3491978"/>
            <a:ext cx="2876605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15" name="Textplatzhalter 35">
            <a:extLst>
              <a:ext uri="{FF2B5EF4-FFF2-40B4-BE49-F238E27FC236}">
                <a16:creationId xmlns:a16="http://schemas.microsoft.com/office/drawing/2014/main" id="{6876FDD0-B08B-F8A5-67D9-C34E3B8CAD3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970427" y="3204175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16" name="Textplatzhalter 35">
            <a:extLst>
              <a:ext uri="{FF2B5EF4-FFF2-40B4-BE49-F238E27FC236}">
                <a16:creationId xmlns:a16="http://schemas.microsoft.com/office/drawing/2014/main" id="{04835DB7-A02B-5401-9A41-912278A01D0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970427" y="3491978"/>
            <a:ext cx="2876605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17" name="Textplatzhalter 35">
            <a:extLst>
              <a:ext uri="{FF2B5EF4-FFF2-40B4-BE49-F238E27FC236}">
                <a16:creationId xmlns:a16="http://schemas.microsoft.com/office/drawing/2014/main" id="{22300692-9958-039E-33F8-7D87C401672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16753" y="5773403"/>
            <a:ext cx="2891974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18" name="Textplatzhalter 35">
            <a:extLst>
              <a:ext uri="{FF2B5EF4-FFF2-40B4-BE49-F238E27FC236}">
                <a16:creationId xmlns:a16="http://schemas.microsoft.com/office/drawing/2014/main" id="{22874786-E091-1258-0713-A74937A1E3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15515" y="6061205"/>
            <a:ext cx="2891974" cy="251999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19" name="Textplatzhalter 35">
            <a:extLst>
              <a:ext uri="{FF2B5EF4-FFF2-40B4-BE49-F238E27FC236}">
                <a16:creationId xmlns:a16="http://schemas.microsoft.com/office/drawing/2014/main" id="{C7E87CEA-0977-192D-AC9D-3A8D6A3D04B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199186" y="5773916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20" name="Textplatzhalter 35">
            <a:extLst>
              <a:ext uri="{FF2B5EF4-FFF2-40B4-BE49-F238E27FC236}">
                <a16:creationId xmlns:a16="http://schemas.microsoft.com/office/drawing/2014/main" id="{3124D046-F416-3B4E-D8DD-2B04BCAFE96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197948" y="6061718"/>
            <a:ext cx="2886146" cy="2514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21" name="Textplatzhalter 35">
            <a:extLst>
              <a:ext uri="{FF2B5EF4-FFF2-40B4-BE49-F238E27FC236}">
                <a16:creationId xmlns:a16="http://schemas.microsoft.com/office/drawing/2014/main" id="{0295D68A-2100-6D06-A893-C2C50F12CBD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089922" y="5773418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22" name="Textplatzhalter 35">
            <a:extLst>
              <a:ext uri="{FF2B5EF4-FFF2-40B4-BE49-F238E27FC236}">
                <a16:creationId xmlns:a16="http://schemas.microsoft.com/office/drawing/2014/main" id="{25A305AF-3F8C-C5C7-62DA-AF073DD850B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089922" y="6061221"/>
            <a:ext cx="2876605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  <p:sp>
        <p:nvSpPr>
          <p:cNvPr id="23" name="Textplatzhalter 35">
            <a:extLst>
              <a:ext uri="{FF2B5EF4-FFF2-40B4-BE49-F238E27FC236}">
                <a16:creationId xmlns:a16="http://schemas.microsoft.com/office/drawing/2014/main" id="{F28B992C-6129-8EEB-76F6-C4B5E9D0756E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970427" y="5773418"/>
            <a:ext cx="2884908" cy="287803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lIns="144000" rIns="108000" bIns="0" anchor="b" anchorCtr="0"/>
          <a:lstStyle>
            <a:lvl1pPr marL="0" indent="0" rtl="0">
              <a:buNone/>
              <a:defRPr sz="1600" b="1">
                <a:solidFill>
                  <a:schemeClr val="accent2"/>
                </a:solidFill>
              </a:defRPr>
            </a:lvl1pPr>
            <a:lvl2pPr marL="608056" indent="0">
              <a:buNone/>
              <a:defRPr sz="1320">
                <a:solidFill>
                  <a:schemeClr val="tx2"/>
                </a:solidFill>
              </a:defRPr>
            </a:lvl2pPr>
            <a:lvl3pPr marL="1216111" indent="0">
              <a:buNone/>
              <a:defRPr sz="1320">
                <a:solidFill>
                  <a:schemeClr val="tx2"/>
                </a:solidFill>
              </a:defRPr>
            </a:lvl3pPr>
            <a:lvl4pPr marL="1824167" indent="0">
              <a:buNone/>
              <a:defRPr sz="1320">
                <a:solidFill>
                  <a:schemeClr val="tx2"/>
                </a:solidFill>
              </a:defRPr>
            </a:lvl4pPr>
            <a:lvl5pPr marL="2432222" indent="0">
              <a:buNone/>
              <a:defRPr sz="132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 err="1"/>
              <a:t>Titel</a:t>
            </a:r>
            <a:r>
              <a:rPr lang="en-US" noProof="0" dirty="0"/>
              <a:t>, Arial 16pt</a:t>
            </a:r>
          </a:p>
        </p:txBody>
      </p:sp>
      <p:sp>
        <p:nvSpPr>
          <p:cNvPr id="24" name="Textplatzhalter 35">
            <a:extLst>
              <a:ext uri="{FF2B5EF4-FFF2-40B4-BE49-F238E27FC236}">
                <a16:creationId xmlns:a16="http://schemas.microsoft.com/office/drawing/2014/main" id="{90F190E9-5141-B659-ADA1-D3447BF94C0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970427" y="6061221"/>
            <a:ext cx="2876605" cy="251484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 vert="horz" lIns="144000" tIns="0" rIns="108000" bIns="36000" rtlCol="0" anchor="t" anchorCtr="0">
            <a:noAutofit/>
          </a:bodyPr>
          <a:lstStyle>
            <a:lvl1pPr marL="180000" indent="-180000">
              <a:buNone/>
              <a:defRPr lang="en-US" sz="1000" b="0" noProof="0" dirty="0"/>
            </a:lvl1pPr>
          </a:lstStyle>
          <a:p>
            <a:pPr marL="0" lvl="0" indent="0"/>
            <a:r>
              <a:rPr lang="en-US" noProof="0" dirty="0" err="1"/>
              <a:t>Untertitel</a:t>
            </a:r>
            <a:r>
              <a:rPr lang="en-US" noProof="0" dirty="0"/>
              <a:t>, Arial 10pt</a:t>
            </a:r>
          </a:p>
        </p:txBody>
      </p:sp>
    </p:spTree>
    <p:extLst>
      <p:ext uri="{BB962C8B-B14F-4D97-AF65-F5344CB8AC3E}">
        <p14:creationId xmlns:p14="http://schemas.microsoft.com/office/powerpoint/2010/main" val="2785665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Pictures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095B66C-538C-47EA-AEBB-EE04E2726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1401763"/>
            <a:ext cx="5256213" cy="4645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9" name="Bildplatzhalter 17">
            <a:extLst>
              <a:ext uri="{FF2B5EF4-FFF2-40B4-BE49-F238E27FC236}">
                <a16:creationId xmlns:a16="http://schemas.microsoft.com/office/drawing/2014/main" id="{D45145C6-7B7F-4FF9-BDFA-D2D4A4EAC3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47231" y="4137024"/>
            <a:ext cx="2836863" cy="190976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DC20FD-A8E4-4979-9CCB-09E0AAB2B2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5" y="1403350"/>
            <a:ext cx="5726113" cy="2681288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4DBC9FCA-DB73-4E23-9C5E-90B58525C9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8775" y="4137025"/>
            <a:ext cx="2836863" cy="190976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2" name="Titelplatzhalter 4" title="Headline, Arial 21pt">
            <a:extLst>
              <a:ext uri="{FF2B5EF4-FFF2-40B4-BE49-F238E27FC236}">
                <a16:creationId xmlns:a16="http://schemas.microsoft.com/office/drawing/2014/main" id="{6615F0D4-88A7-44A2-8221-80842021F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de-DE" noProof="0" dirty="0"/>
              <a:t>, Arial 22pt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38"/>
            <a:ext cx="1188000" cy="324000"/>
          </a:xfrm>
        </p:spPr>
        <p:txBody>
          <a:bodyPr/>
          <a:lstStyle/>
          <a:p>
            <a:fld id="{7164B5A2-7BD8-4DCF-8F7C-80CFDBC9A202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0"/>
            <a:ext cx="1188000" cy="324000"/>
          </a:xfrm>
        </p:spPr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5D5A8DA9-A6A1-7B32-2F7D-4F605A9CE7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70133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Pictures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DFDAB69-364C-4BA7-A0A3-AF133E419A0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" y="1223963"/>
            <a:ext cx="2486153" cy="27019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EC5A2A5-3DBE-4140-9374-5A657AAD2EC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92424" y="1223963"/>
            <a:ext cx="4750185" cy="27019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54822886-E359-4C62-A9E5-3465703869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8775" y="3962400"/>
            <a:ext cx="4150605" cy="23018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2CA10185-A635-4C64-AD4A-D4C7EC47901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5741" y="3961179"/>
            <a:ext cx="3086484" cy="229039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Textplatzhalter 20">
            <a:extLst>
              <a:ext uri="{FF2B5EF4-FFF2-40B4-BE49-F238E27FC236}">
                <a16:creationId xmlns:a16="http://schemas.microsoft.com/office/drawing/2014/main" id="{FE03CF9E-965C-449F-A7E2-FCF987C1B0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9412" y="1223963"/>
            <a:ext cx="3600001" cy="50403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38"/>
            <a:ext cx="1188000" cy="324000"/>
          </a:xfrm>
        </p:spPr>
        <p:txBody>
          <a:bodyPr/>
          <a:lstStyle/>
          <a:p>
            <a:fld id="{37F593E4-0B69-4110-B139-4A697D5C6D43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0"/>
            <a:ext cx="1188000" cy="324000"/>
          </a:xfrm>
        </p:spPr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28" name="Textplatzhalter 5">
            <a:extLst>
              <a:ext uri="{FF2B5EF4-FFF2-40B4-BE49-F238E27FC236}">
                <a16:creationId xmlns:a16="http://schemas.microsoft.com/office/drawing/2014/main" id="{A50AC508-86B1-4F97-8764-9D20B17EB3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  <p:sp>
        <p:nvSpPr>
          <p:cNvPr id="29" name="Titelplatzhalter 4" title="Headline, Arial 21pt">
            <a:extLst>
              <a:ext uri="{FF2B5EF4-FFF2-40B4-BE49-F238E27FC236}">
                <a16:creationId xmlns:a16="http://schemas.microsoft.com/office/drawing/2014/main" id="{D569A68B-E297-419D-B95E-0F31A95E8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</p:spTree>
    <p:extLst>
      <p:ext uri="{BB962C8B-B14F-4D97-AF65-F5344CB8AC3E}">
        <p14:creationId xmlns:p14="http://schemas.microsoft.com/office/powerpoint/2010/main" val="395062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Picture_1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095B66C-538C-47EA-AEBB-EE04E2726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1401763"/>
            <a:ext cx="5256213" cy="4645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DC20FD-A8E4-4979-9CCB-09E0AAB2B2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5" y="1403350"/>
            <a:ext cx="5726113" cy="464343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2" name="Titelplatzhalter 4" title="Headline, Arial 21pt">
            <a:extLst>
              <a:ext uri="{FF2B5EF4-FFF2-40B4-BE49-F238E27FC236}">
                <a16:creationId xmlns:a16="http://schemas.microsoft.com/office/drawing/2014/main" id="{6615F0D4-88A7-44A2-8221-80842021F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>
              <a:spcBef>
                <a:spcPct val="20000"/>
              </a:spcBef>
              <a:buFontTx/>
              <a:defRPr/>
            </a:lvl1pPr>
          </a:lstStyle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de-DE" noProof="0" dirty="0"/>
              <a:t>, Arial 22pt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DB5B322B-937A-4115-8D04-EC41DE51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D4B0FD0A-3E66-4885-B65F-6FBCD4B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16000" y="6516538"/>
            <a:ext cx="1188000" cy="324000"/>
          </a:xfrm>
        </p:spPr>
        <p:txBody>
          <a:bodyPr/>
          <a:lstStyle/>
          <a:p>
            <a:fld id="{6715E26E-1F83-49CC-8AFB-E7A91C694399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2052F2C5-9EF7-4047-A117-6702A2FC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000" y="6516000"/>
            <a:ext cx="1188000" cy="324000"/>
          </a:xfrm>
        </p:spPr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D7DF603D-72A1-B8B6-491D-5FF99B0BBD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999" y="900000"/>
            <a:ext cx="11449413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Unterüberschrift</a:t>
            </a:r>
            <a:r>
              <a:rPr lang="en-US" noProof="0" dirty="0"/>
              <a:t>, Arial 16pt</a:t>
            </a:r>
          </a:p>
        </p:txBody>
      </p:sp>
    </p:spTree>
    <p:extLst>
      <p:ext uri="{BB962C8B-B14F-4D97-AF65-F5344CB8AC3E}">
        <p14:creationId xmlns:p14="http://schemas.microsoft.com/office/powerpoint/2010/main" val="418442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F539D44-579D-41BA-BCEA-0353CCF20E40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  <p:sp>
        <p:nvSpPr>
          <p:cNvPr id="49" name="Picture Placeholder 40"/>
          <p:cNvSpPr>
            <a:spLocks noGrp="1"/>
          </p:cNvSpPr>
          <p:nvPr>
            <p:ph type="pic" sz="quarter" idx="15" hasCustomPrompt="1"/>
          </p:nvPr>
        </p:nvSpPr>
        <p:spPr>
          <a:xfrm>
            <a:off x="360703" y="1620000"/>
            <a:ext cx="1440000" cy="1440000"/>
          </a:xfrm>
          <a:ln w="3175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 err="1"/>
              <a:t>Profilbild</a:t>
            </a:r>
            <a:endParaRPr lang="en-US" noProof="0" dirty="0"/>
          </a:p>
        </p:txBody>
      </p:sp>
      <p:sp>
        <p:nvSpPr>
          <p:cNvPr id="50" name="Text Placeholder 43"/>
          <p:cNvSpPr>
            <a:spLocks noGrp="1"/>
          </p:cNvSpPr>
          <p:nvPr>
            <p:ph type="body" sz="quarter" idx="17" hasCustomPrompt="1"/>
          </p:nvPr>
        </p:nvSpPr>
        <p:spPr>
          <a:xfrm>
            <a:off x="1908000" y="1620000"/>
            <a:ext cx="3960000" cy="25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8" hasCustomPrompt="1"/>
          </p:nvPr>
        </p:nvSpPr>
        <p:spPr>
          <a:xfrm>
            <a:off x="2232000" y="1908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/>
              <a:t>Mail</a:t>
            </a:r>
          </a:p>
        </p:txBody>
      </p:sp>
      <p:sp>
        <p:nvSpPr>
          <p:cNvPr id="53" name="Text Placeholder 50"/>
          <p:cNvSpPr>
            <a:spLocks noGrp="1"/>
          </p:cNvSpPr>
          <p:nvPr>
            <p:ph type="body" sz="quarter" idx="23" hasCustomPrompt="1"/>
          </p:nvPr>
        </p:nvSpPr>
        <p:spPr>
          <a:xfrm>
            <a:off x="2232000" y="2196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Telefon</a:t>
            </a:r>
            <a:endParaRPr lang="en-US" noProof="0" dirty="0"/>
          </a:p>
        </p:txBody>
      </p:sp>
      <p:sp>
        <p:nvSpPr>
          <p:cNvPr id="54" name="Text Placeholder 50"/>
          <p:cNvSpPr>
            <a:spLocks noGrp="1"/>
          </p:cNvSpPr>
          <p:nvPr>
            <p:ph type="body" sz="quarter" idx="24" hasCustomPrompt="1"/>
          </p:nvPr>
        </p:nvSpPr>
        <p:spPr>
          <a:xfrm>
            <a:off x="2232000" y="2484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Mobiltelefon</a:t>
            </a:r>
            <a:endParaRPr lang="en-US" noProof="0" dirty="0"/>
          </a:p>
        </p:txBody>
      </p:sp>
      <p:sp>
        <p:nvSpPr>
          <p:cNvPr id="57" name="Text Placeholder 57"/>
          <p:cNvSpPr>
            <a:spLocks noGrp="1"/>
          </p:cNvSpPr>
          <p:nvPr>
            <p:ph type="body" sz="quarter" idx="26" hasCustomPrompt="1"/>
          </p:nvPr>
        </p:nvSpPr>
        <p:spPr>
          <a:xfrm>
            <a:off x="360703" y="3240000"/>
            <a:ext cx="3600000" cy="288000"/>
          </a:xfrm>
        </p:spPr>
        <p:txBody>
          <a:bodyPr/>
          <a:lstStyle>
            <a:lvl1pPr marL="0" indent="0">
              <a:buNone/>
              <a:defRPr b="1"/>
            </a:lvl1pPr>
            <a:lvl2pPr marL="252000" indent="0">
              <a:buNone/>
              <a:defRPr/>
            </a:lvl2pPr>
          </a:lstStyle>
          <a:p>
            <a:pPr lvl="0"/>
            <a:r>
              <a:rPr lang="en-US" noProof="0" dirty="0" err="1"/>
              <a:t>Firmenname</a:t>
            </a:r>
            <a:endParaRPr lang="en-US" noProof="0" dirty="0"/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27" hasCustomPrompt="1"/>
          </p:nvPr>
        </p:nvSpPr>
        <p:spPr>
          <a:xfrm>
            <a:off x="360703" y="3564000"/>
            <a:ext cx="3600000" cy="288000"/>
          </a:xfrm>
        </p:spPr>
        <p:txBody>
          <a:bodyPr/>
          <a:lstStyle>
            <a:lvl1pPr marL="0" indent="0">
              <a:buNone/>
              <a:defRPr b="0" baseline="0"/>
            </a:lvl1pPr>
            <a:lvl2pPr marL="252000" indent="0">
              <a:buNone/>
              <a:defRPr/>
            </a:lvl2pPr>
          </a:lstStyle>
          <a:p>
            <a:pPr lvl="0"/>
            <a:r>
              <a:rPr lang="en-US" noProof="0" dirty="0" err="1"/>
              <a:t>Beispielstraße</a:t>
            </a:r>
            <a:r>
              <a:rPr lang="en-US" noProof="0" dirty="0"/>
              <a:t> 1</a:t>
            </a:r>
          </a:p>
        </p:txBody>
      </p:sp>
      <p:sp>
        <p:nvSpPr>
          <p:cNvPr id="59" name="Text Placeholder 57"/>
          <p:cNvSpPr>
            <a:spLocks noGrp="1"/>
          </p:cNvSpPr>
          <p:nvPr>
            <p:ph type="body" sz="quarter" idx="28" hasCustomPrompt="1"/>
          </p:nvPr>
        </p:nvSpPr>
        <p:spPr>
          <a:xfrm>
            <a:off x="360703" y="3888000"/>
            <a:ext cx="3600000" cy="288000"/>
          </a:xfrm>
        </p:spPr>
        <p:txBody>
          <a:bodyPr/>
          <a:lstStyle>
            <a:lvl1pPr marL="0" indent="0">
              <a:buNone/>
              <a:defRPr sz="1600" b="0"/>
            </a:lvl1pPr>
            <a:lvl2pPr marL="252000" indent="0">
              <a:buNone/>
              <a:defRPr/>
            </a:lvl2pPr>
          </a:lstStyle>
          <a:p>
            <a:pPr marL="180064" indent="-180064"/>
            <a:r>
              <a:rPr lang="en-US" sz="1603" noProof="0" dirty="0">
                <a:solidFill>
                  <a:schemeClr val="tx2"/>
                </a:solidFill>
                <a:ea typeface="+mn-lt"/>
                <a:cs typeface="+mn-lt"/>
              </a:rPr>
              <a:t>Stadt, </a:t>
            </a:r>
            <a:r>
              <a:rPr lang="en-US" sz="1603" noProof="0" dirty="0" err="1">
                <a:solidFill>
                  <a:schemeClr val="tx2"/>
                </a:solidFill>
                <a:ea typeface="+mn-lt"/>
                <a:cs typeface="+mn-lt"/>
              </a:rPr>
              <a:t>Bundesland</a:t>
            </a:r>
            <a:endParaRPr lang="en-US" sz="1603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60" name="Text Placeholder 57"/>
          <p:cNvSpPr>
            <a:spLocks noGrp="1"/>
          </p:cNvSpPr>
          <p:nvPr>
            <p:ph type="body" sz="quarter" idx="29" hasCustomPrompt="1"/>
          </p:nvPr>
        </p:nvSpPr>
        <p:spPr>
          <a:xfrm>
            <a:off x="360703" y="4212000"/>
            <a:ext cx="3600000" cy="288000"/>
          </a:xfrm>
        </p:spPr>
        <p:txBody>
          <a:bodyPr/>
          <a:lstStyle>
            <a:lvl1pPr marL="0" indent="0">
              <a:buNone/>
              <a:defRPr sz="1600" b="0" baseline="0"/>
            </a:lvl1pPr>
            <a:lvl2pPr marL="252000" indent="0">
              <a:buNone/>
              <a:defRPr/>
            </a:lvl2pPr>
          </a:lstStyle>
          <a:p>
            <a:pPr lvl="0"/>
            <a:r>
              <a:rPr lang="en-US" sz="1603" noProof="0" dirty="0">
                <a:solidFill>
                  <a:schemeClr val="tx2"/>
                </a:solidFill>
                <a:ea typeface="+mn-lt"/>
                <a:cs typeface="+mn-lt"/>
              </a:rPr>
              <a:t>Land</a:t>
            </a:r>
            <a:endParaRPr lang="en-US" noProof="0" dirty="0"/>
          </a:p>
        </p:txBody>
      </p:sp>
      <p:sp>
        <p:nvSpPr>
          <p:cNvPr id="61" name="Pfeil: Chevron 20">
            <a:extLst>
              <a:ext uri="{FF2B5EF4-FFF2-40B4-BE49-F238E27FC236}">
                <a16:creationId xmlns:a16="http://schemas.microsoft.com/office/drawing/2014/main" id="{1C947A0E-205B-4070-99A2-FB86D7BA4FE8}"/>
              </a:ext>
            </a:extLst>
          </p:cNvPr>
          <p:cNvSpPr/>
          <p:nvPr userDrawn="1"/>
        </p:nvSpPr>
        <p:spPr>
          <a:xfrm>
            <a:off x="2036398" y="5221573"/>
            <a:ext cx="423949" cy="612000"/>
          </a:xfrm>
          <a:prstGeom prst="chevron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ctr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en-US" sz="1400" noProof="0">
              <a:solidFill>
                <a:schemeClr val="tx2"/>
              </a:solidFill>
            </a:endParaRPr>
          </a:p>
        </p:txBody>
      </p:sp>
      <p:sp>
        <p:nvSpPr>
          <p:cNvPr id="62" name="Pfeil: Chevron 21">
            <a:extLst>
              <a:ext uri="{FF2B5EF4-FFF2-40B4-BE49-F238E27FC236}">
                <a16:creationId xmlns:a16="http://schemas.microsoft.com/office/drawing/2014/main" id="{BC4DB7D9-E0DA-4E6D-B832-6CA3F1877B7F}"/>
              </a:ext>
            </a:extLst>
          </p:cNvPr>
          <p:cNvSpPr/>
          <p:nvPr userDrawn="1"/>
        </p:nvSpPr>
        <p:spPr>
          <a:xfrm>
            <a:off x="2341195" y="5221573"/>
            <a:ext cx="423949" cy="612000"/>
          </a:xfrm>
          <a:prstGeom prst="chevron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ctr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en-US" sz="1400" noProof="0">
              <a:solidFill>
                <a:schemeClr val="tx2"/>
              </a:solidFill>
            </a:endParaRPr>
          </a:p>
        </p:txBody>
      </p:sp>
      <p:sp>
        <p:nvSpPr>
          <p:cNvPr id="63" name="Pfeil: Fünfeck 19">
            <a:extLst>
              <a:ext uri="{FF2B5EF4-FFF2-40B4-BE49-F238E27FC236}">
                <a16:creationId xmlns:a16="http://schemas.microsoft.com/office/drawing/2014/main" id="{17C39377-4306-4E02-899F-B6FBAB5220DE}"/>
              </a:ext>
            </a:extLst>
          </p:cNvPr>
          <p:cNvSpPr/>
          <p:nvPr userDrawn="1"/>
        </p:nvSpPr>
        <p:spPr>
          <a:xfrm>
            <a:off x="359999" y="5221573"/>
            <a:ext cx="1795550" cy="612000"/>
          </a:xfrm>
          <a:prstGeom prst="homePlate">
            <a:avLst>
              <a:gd name="adj" fmla="val 37775"/>
            </a:avLst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en-US" sz="2400" b="1" noProof="0" dirty="0">
                <a:solidFill>
                  <a:schemeClr val="bg1"/>
                </a:solidFill>
              </a:rPr>
              <a:t>Visit us</a:t>
            </a:r>
          </a:p>
        </p:txBody>
      </p:sp>
      <p:sp>
        <p:nvSpPr>
          <p:cNvPr id="83" name="TextBox 82"/>
          <p:cNvSpPr txBox="1"/>
          <p:nvPr userDrawn="1"/>
        </p:nvSpPr>
        <p:spPr>
          <a:xfrm>
            <a:off x="359999" y="215775"/>
            <a:ext cx="7920000" cy="648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2200" b="1" noProof="0" dirty="0">
                <a:solidFill>
                  <a:schemeClr val="tx2"/>
                </a:solidFill>
              </a:rPr>
              <a:t>Get in Touch</a:t>
            </a:r>
          </a:p>
        </p:txBody>
      </p:sp>
      <p:sp>
        <p:nvSpPr>
          <p:cNvPr id="33" name="Picture Placeholder 40">
            <a:extLst>
              <a:ext uri="{FF2B5EF4-FFF2-40B4-BE49-F238E27FC236}">
                <a16:creationId xmlns:a16="http://schemas.microsoft.com/office/drawing/2014/main" id="{1DBF2F54-2514-4EEF-BA38-695EF4D24EA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94778" y="1620000"/>
            <a:ext cx="1440000" cy="1440000"/>
          </a:xfrm>
          <a:ln w="3175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 err="1"/>
              <a:t>Profilbild</a:t>
            </a:r>
            <a:endParaRPr lang="en-US" noProof="0" dirty="0"/>
          </a:p>
        </p:txBody>
      </p:sp>
      <p:sp>
        <p:nvSpPr>
          <p:cNvPr id="34" name="Text Placeholder 43">
            <a:extLst>
              <a:ext uri="{FF2B5EF4-FFF2-40B4-BE49-F238E27FC236}">
                <a16:creationId xmlns:a16="http://schemas.microsoft.com/office/drawing/2014/main" id="{7C953FAD-F619-46AF-BE63-A85C4826C04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42075" y="1620000"/>
            <a:ext cx="3960000" cy="25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Titel</a:t>
            </a:r>
          </a:p>
        </p:txBody>
      </p:sp>
      <p:sp>
        <p:nvSpPr>
          <p:cNvPr id="35" name="Text Placeholder 50">
            <a:extLst>
              <a:ext uri="{FF2B5EF4-FFF2-40B4-BE49-F238E27FC236}">
                <a16:creationId xmlns:a16="http://schemas.microsoft.com/office/drawing/2014/main" id="{97D92DDB-7437-46DD-9AA1-BB998F03D5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66075" y="1908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/>
              <a:t>Mail</a:t>
            </a:r>
          </a:p>
        </p:txBody>
      </p:sp>
      <p:sp>
        <p:nvSpPr>
          <p:cNvPr id="36" name="Text Placeholder 50">
            <a:extLst>
              <a:ext uri="{FF2B5EF4-FFF2-40B4-BE49-F238E27FC236}">
                <a16:creationId xmlns:a16="http://schemas.microsoft.com/office/drawing/2014/main" id="{B712A976-9C68-4634-B688-2FD3A36651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66075" y="2196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Telefon</a:t>
            </a:r>
            <a:endParaRPr lang="en-US" noProof="0" dirty="0"/>
          </a:p>
        </p:txBody>
      </p:sp>
      <p:sp>
        <p:nvSpPr>
          <p:cNvPr id="37" name="Text Placeholder 50">
            <a:extLst>
              <a:ext uri="{FF2B5EF4-FFF2-40B4-BE49-F238E27FC236}">
                <a16:creationId xmlns:a16="http://schemas.microsoft.com/office/drawing/2014/main" id="{4F70DAED-D691-43D5-B188-5CD45200A9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66075" y="2484000"/>
            <a:ext cx="3636000" cy="252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 dirty="0" err="1"/>
              <a:t>Mobiltelefon</a:t>
            </a:r>
            <a:endParaRPr lang="en-US" noProof="0" dirty="0"/>
          </a:p>
        </p:txBody>
      </p:sp>
      <p:sp>
        <p:nvSpPr>
          <p:cNvPr id="38" name="Text Placeholder 57">
            <a:extLst>
              <a:ext uri="{FF2B5EF4-FFF2-40B4-BE49-F238E27FC236}">
                <a16:creationId xmlns:a16="http://schemas.microsoft.com/office/drawing/2014/main" id="{4EC6E0A1-FC9D-4804-A1B9-7C79CF399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4778" y="3240000"/>
            <a:ext cx="3600000" cy="288000"/>
          </a:xfrm>
        </p:spPr>
        <p:txBody>
          <a:bodyPr/>
          <a:lstStyle>
            <a:lvl1pPr marL="0" indent="0">
              <a:buNone/>
              <a:defRPr b="1"/>
            </a:lvl1pPr>
            <a:lvl2pPr marL="252000" indent="0">
              <a:buNone/>
              <a:defRPr/>
            </a:lvl2pPr>
          </a:lstStyle>
          <a:p>
            <a:pPr lvl="0"/>
            <a:r>
              <a:rPr lang="en-US" noProof="0" dirty="0" err="1"/>
              <a:t>Firmenname</a:t>
            </a:r>
            <a:endParaRPr lang="en-US" noProof="0" dirty="0"/>
          </a:p>
        </p:txBody>
      </p:sp>
      <p:sp>
        <p:nvSpPr>
          <p:cNvPr id="39" name="Text Placeholder 57">
            <a:extLst>
              <a:ext uri="{FF2B5EF4-FFF2-40B4-BE49-F238E27FC236}">
                <a16:creationId xmlns:a16="http://schemas.microsoft.com/office/drawing/2014/main" id="{2909D3CE-106A-4D4A-B0F1-20100AB6579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4778" y="3564000"/>
            <a:ext cx="3600000" cy="288000"/>
          </a:xfrm>
        </p:spPr>
        <p:txBody>
          <a:bodyPr/>
          <a:lstStyle>
            <a:lvl1pPr marL="0" indent="0">
              <a:buNone/>
              <a:defRPr b="0" baseline="0"/>
            </a:lvl1pPr>
            <a:lvl2pPr marL="252000" indent="0">
              <a:buNone/>
              <a:defRPr/>
            </a:lvl2pPr>
          </a:lstStyle>
          <a:p>
            <a:pPr lvl="0"/>
            <a:r>
              <a:rPr lang="en-US" noProof="0" dirty="0" err="1"/>
              <a:t>Beispielstraße</a:t>
            </a:r>
            <a:r>
              <a:rPr lang="en-US" noProof="0" dirty="0"/>
              <a:t> 1</a:t>
            </a:r>
          </a:p>
        </p:txBody>
      </p:sp>
      <p:sp>
        <p:nvSpPr>
          <p:cNvPr id="40" name="Text Placeholder 57">
            <a:extLst>
              <a:ext uri="{FF2B5EF4-FFF2-40B4-BE49-F238E27FC236}">
                <a16:creationId xmlns:a16="http://schemas.microsoft.com/office/drawing/2014/main" id="{AF4B534A-C0A7-4F0C-B60A-6C33F60449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4778" y="3888000"/>
            <a:ext cx="3600000" cy="288000"/>
          </a:xfrm>
        </p:spPr>
        <p:txBody>
          <a:bodyPr/>
          <a:lstStyle>
            <a:lvl1pPr marL="0" indent="0">
              <a:buNone/>
              <a:defRPr sz="1600" b="0"/>
            </a:lvl1pPr>
            <a:lvl2pPr marL="252000" indent="0">
              <a:buNone/>
              <a:defRPr/>
            </a:lvl2pPr>
          </a:lstStyle>
          <a:p>
            <a:pPr marL="180064" indent="-180064"/>
            <a:r>
              <a:rPr lang="en-US" sz="1603" noProof="0" dirty="0">
                <a:solidFill>
                  <a:schemeClr val="tx2"/>
                </a:solidFill>
                <a:ea typeface="+mn-lt"/>
                <a:cs typeface="+mn-lt"/>
              </a:rPr>
              <a:t>Stadt, </a:t>
            </a:r>
            <a:r>
              <a:rPr lang="en-US" sz="1603" noProof="0" dirty="0" err="1">
                <a:solidFill>
                  <a:schemeClr val="tx2"/>
                </a:solidFill>
                <a:ea typeface="+mn-lt"/>
                <a:cs typeface="+mn-lt"/>
              </a:rPr>
              <a:t>Bundesland</a:t>
            </a:r>
            <a:endParaRPr lang="en-US" sz="1603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41" name="Text Placeholder 57">
            <a:extLst>
              <a:ext uri="{FF2B5EF4-FFF2-40B4-BE49-F238E27FC236}">
                <a16:creationId xmlns:a16="http://schemas.microsoft.com/office/drawing/2014/main" id="{E19F99D4-6FF0-4FF2-AA4B-56924CBE88D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94778" y="4212000"/>
            <a:ext cx="3600000" cy="288000"/>
          </a:xfrm>
        </p:spPr>
        <p:txBody>
          <a:bodyPr/>
          <a:lstStyle>
            <a:lvl1pPr marL="0" indent="0">
              <a:buNone/>
              <a:defRPr sz="1600" b="0" baseline="0"/>
            </a:lvl1pPr>
            <a:lvl2pPr marL="252000" indent="0">
              <a:buNone/>
              <a:defRPr/>
            </a:lvl2pPr>
          </a:lstStyle>
          <a:p>
            <a:pPr lvl="0"/>
            <a:r>
              <a:rPr lang="en-US" sz="1603" noProof="0" dirty="0">
                <a:solidFill>
                  <a:schemeClr val="tx2"/>
                </a:solidFill>
                <a:ea typeface="+mn-lt"/>
                <a:cs typeface="+mn-lt"/>
              </a:rPr>
              <a:t>Land</a:t>
            </a:r>
            <a:endParaRPr lang="en-US" noProof="0" dirty="0"/>
          </a:p>
        </p:txBody>
      </p:sp>
      <p:pic>
        <p:nvPicPr>
          <p:cNvPr id="27" name="Graphic 4" descr="Smartphone mit einfarbiger Füllung">
            <a:extLst>
              <a:ext uri="{FF2B5EF4-FFF2-40B4-BE49-F238E27FC236}">
                <a16:creationId xmlns:a16="http://schemas.microsoft.com/office/drawing/2014/main" id="{EE9E3272-F07A-4817-A7B5-0C87FDB48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4717" y="2484000"/>
            <a:ext cx="248997" cy="255415"/>
          </a:xfrm>
          <a:prstGeom prst="rect">
            <a:avLst/>
          </a:prstGeom>
        </p:spPr>
      </p:pic>
      <p:pic>
        <p:nvPicPr>
          <p:cNvPr id="28" name="Graphic 5" descr="Umschlag mit einfarbiger Füllung">
            <a:extLst>
              <a:ext uri="{FF2B5EF4-FFF2-40B4-BE49-F238E27FC236}">
                <a16:creationId xmlns:a16="http://schemas.microsoft.com/office/drawing/2014/main" id="{9E8793FD-0CC3-4278-90FD-893AA7604E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5192" y="1928263"/>
            <a:ext cx="248996" cy="247474"/>
          </a:xfrm>
          <a:prstGeom prst="rect">
            <a:avLst/>
          </a:prstGeom>
        </p:spPr>
      </p:pic>
      <p:pic>
        <p:nvPicPr>
          <p:cNvPr id="29" name="Bildplatzhalter 11" descr="Receiver mit einfarbiger Füllung">
            <a:extLst>
              <a:ext uri="{FF2B5EF4-FFF2-40B4-BE49-F238E27FC236}">
                <a16:creationId xmlns:a16="http://schemas.microsoft.com/office/drawing/2014/main" id="{138ADBE2-7071-44BC-BE51-3ACBEC76E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" r="55"/>
          <a:stretch>
            <a:fillRect/>
          </a:stretch>
        </p:blipFill>
        <p:spPr>
          <a:xfrm rot="1589293">
            <a:off x="1960029" y="2203281"/>
            <a:ext cx="228490" cy="228490"/>
          </a:xfrm>
          <a:prstGeom prst="rect">
            <a:avLst/>
          </a:prstGeom>
          <a:ln w="3175">
            <a:noFill/>
          </a:ln>
        </p:spPr>
      </p:pic>
      <p:pic>
        <p:nvPicPr>
          <p:cNvPr id="30" name="Graphic 4" descr="Smartphone mit einfarbiger Füllung">
            <a:extLst>
              <a:ext uri="{FF2B5EF4-FFF2-40B4-BE49-F238E27FC236}">
                <a16:creationId xmlns:a16="http://schemas.microsoft.com/office/drawing/2014/main" id="{4B9F969A-DDC6-44ED-B5E7-CDE1FB7D11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5098" y="2484000"/>
            <a:ext cx="248997" cy="255415"/>
          </a:xfrm>
          <a:prstGeom prst="rect">
            <a:avLst/>
          </a:prstGeom>
        </p:spPr>
      </p:pic>
      <p:pic>
        <p:nvPicPr>
          <p:cNvPr id="31" name="Graphic 5" descr="Umschlag mit einfarbiger Füllung">
            <a:extLst>
              <a:ext uri="{FF2B5EF4-FFF2-40B4-BE49-F238E27FC236}">
                <a16:creationId xmlns:a16="http://schemas.microsoft.com/office/drawing/2014/main" id="{0D1F5DA3-75D9-4105-A787-D7E9A34C1A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5573" y="1928263"/>
            <a:ext cx="248996" cy="247474"/>
          </a:xfrm>
          <a:prstGeom prst="rect">
            <a:avLst/>
          </a:prstGeom>
        </p:spPr>
      </p:pic>
      <p:pic>
        <p:nvPicPr>
          <p:cNvPr id="32" name="Bildplatzhalter 11" descr="Receiver mit einfarbiger Füllung">
            <a:extLst>
              <a:ext uri="{FF2B5EF4-FFF2-40B4-BE49-F238E27FC236}">
                <a16:creationId xmlns:a16="http://schemas.microsoft.com/office/drawing/2014/main" id="{A6DC7A35-F768-4684-A8F0-6C319E285E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5" r="55"/>
          <a:stretch>
            <a:fillRect/>
          </a:stretch>
        </p:blipFill>
        <p:spPr>
          <a:xfrm rot="1589293">
            <a:off x="7880410" y="2203281"/>
            <a:ext cx="228490" cy="228490"/>
          </a:xfrm>
          <a:prstGeom prst="rect">
            <a:avLst/>
          </a:prstGeom>
          <a:ln w="3175">
            <a:noFill/>
          </a:ln>
        </p:spPr>
      </p:pic>
      <p:sp>
        <p:nvSpPr>
          <p:cNvPr id="42" name="TextBox 32">
            <a:extLst>
              <a:ext uri="{FF2B5EF4-FFF2-40B4-BE49-F238E27FC236}">
                <a16:creationId xmlns:a16="http://schemas.microsoft.com/office/drawing/2014/main" id="{13F64B5C-434F-42C6-8892-BDE48EE32662}"/>
              </a:ext>
            </a:extLst>
          </p:cNvPr>
          <p:cNvSpPr txBox="1"/>
          <p:nvPr userDrawn="1"/>
        </p:nvSpPr>
        <p:spPr>
          <a:xfrm>
            <a:off x="359999" y="5904000"/>
            <a:ext cx="2773097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705" indent="-179705"/>
            <a:r>
              <a:rPr lang="de-DE" sz="1600" dirty="0">
                <a:solidFill>
                  <a:schemeClr val="tx2"/>
                </a:solidFill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www.grenzebach.com</a:t>
            </a:r>
            <a:r>
              <a:rPr lang="de-DE" sz="1600" dirty="0">
                <a:solidFill>
                  <a:schemeClr val="tx2"/>
                </a:solidFill>
                <a:cs typeface="Segoe UI"/>
              </a:rPr>
              <a:t> </a:t>
            </a:r>
            <a:endParaRPr lang="de-DE" dirty="0">
              <a:solidFill>
                <a:schemeClr val="tx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343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392FE19-3E72-4CFD-9DEA-CB994F71D7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" y="413"/>
            <a:ext cx="12167140" cy="68403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4C8B42F5-D6C1-4AC7-A1B3-95B160F71F36}"/>
              </a:ext>
            </a:extLst>
          </p:cNvPr>
          <p:cNvSpPr/>
          <p:nvPr userDrawn="1"/>
        </p:nvSpPr>
        <p:spPr>
          <a:xfrm>
            <a:off x="0" y="0"/>
            <a:ext cx="12168188" cy="6840538"/>
          </a:xfrm>
          <a:prstGeom prst="rect">
            <a:avLst/>
          </a:prstGeom>
          <a:solidFill>
            <a:schemeClr val="accent2">
              <a:alpha val="10000"/>
            </a:schemeClr>
          </a:solidFill>
          <a:ln w="63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buClr>
                <a:schemeClr val="accent1"/>
              </a:buClr>
              <a:buFont typeface="Arial" panose="020B0604020202020204" pitchFamily="34" charset="0"/>
              <a:buChar char="»"/>
            </a:pPr>
            <a:endParaRPr lang="de-DE" sz="1600" dirty="0">
              <a:solidFill>
                <a:schemeClr val="tx2"/>
              </a:solidFill>
            </a:endParaRPr>
          </a:p>
        </p:txBody>
      </p:sp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23FB218-1EBB-4EC0-9913-D742A2CB7B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8733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668" imgH="668" progId="TCLayout.ActiveDocument.1">
                  <p:embed/>
                </p:oleObj>
              </mc:Choice>
              <mc:Fallback>
                <p:oleObj name="think-cell Folie" r:id="rId4" imgW="668" imgH="66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23FB218-1EBB-4EC0-9913-D742A2CB7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000" y="5256000"/>
            <a:ext cx="9360000" cy="648000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buFontTx/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 err="1"/>
              <a:t>Vorname</a:t>
            </a:r>
            <a:r>
              <a:rPr lang="en-US" noProof="0" dirty="0"/>
              <a:t> und </a:t>
            </a:r>
            <a:r>
              <a:rPr lang="en-US" noProof="0" dirty="0" err="1"/>
              <a:t>Nachname</a:t>
            </a:r>
            <a:r>
              <a:rPr lang="en-US" noProof="0" dirty="0"/>
              <a:t>, Arial 20pt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000" y="5904000"/>
            <a:ext cx="9360000" cy="216000"/>
          </a:xfrm>
          <a:prstGeom prst="rect">
            <a:avLst/>
          </a:prstGeom>
        </p:spPr>
        <p:txBody>
          <a:bodyPr lIns="36000" tIns="0" rIns="36000" bIns="0" anchor="t"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Position | </a:t>
            </a:r>
            <a:r>
              <a:rPr lang="en-US" noProof="0" dirty="0" err="1"/>
              <a:t>Telefon</a:t>
            </a:r>
            <a:r>
              <a:rPr lang="en-US" noProof="0" dirty="0"/>
              <a:t> | E-Mail, Arial 14pt</a:t>
            </a:r>
          </a:p>
        </p:txBody>
      </p:sp>
      <p:sp>
        <p:nvSpPr>
          <p:cNvPr id="2" name="Textfeld 1"/>
          <p:cNvSpPr txBox="1"/>
          <p:nvPr userDrawn="1"/>
        </p:nvSpPr>
        <p:spPr>
          <a:xfrm>
            <a:off x="863999" y="4464000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0" bIns="0" rtlCol="0" anchor="ctr">
            <a:noAutofit/>
          </a:bodyPr>
          <a:lstStyle/>
          <a:p>
            <a:r>
              <a:rPr lang="en-US" sz="2000" cap="all" spc="800" baseline="0" noProof="0" dirty="0" err="1">
                <a:solidFill>
                  <a:schemeClr val="tx2"/>
                </a:solidFill>
              </a:rPr>
              <a:t>Danke</a:t>
            </a:r>
            <a:endParaRPr lang="en-US" sz="2000" cap="all" spc="800" baseline="0" noProof="0" dirty="0">
              <a:solidFill>
                <a:schemeClr val="tx2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A1CF20B-A821-4675-92EB-B106C5A5E73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092" y="1980000"/>
            <a:ext cx="5040000" cy="11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41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Stand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DFA4-DC60-4442-B899-7EA03DCA65F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err="1"/>
              <a:t>Seite</a:t>
            </a:r>
            <a:r>
              <a:rPr lang="en-US" noProof="0" dirty="0"/>
              <a:t> </a:t>
            </a:r>
            <a:fld id="{C15DF3FA-E9A9-4875-8428-1B9A184CD838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97E76819-7235-44E1-916A-D70CEA8F7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264000"/>
            <a:ext cx="11449413" cy="25200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>
              <a:buFontTx/>
              <a:buNone/>
              <a:tabLst>
                <a:tab pos="432000" algn="l"/>
              </a:tabLst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Quelle:	Marketing-</a:t>
            </a:r>
            <a:r>
              <a:rPr lang="en-US" noProof="0" dirty="0" err="1"/>
              <a:t>Abteilung</a:t>
            </a:r>
            <a:endParaRPr lang="en-US" noProof="0" dirty="0"/>
          </a:p>
        </p:txBody>
      </p:sp>
      <p:sp>
        <p:nvSpPr>
          <p:cNvPr id="32" name="Rechteck 31"/>
          <p:cNvSpPr/>
          <p:nvPr userDrawn="1"/>
        </p:nvSpPr>
        <p:spPr>
          <a:xfrm>
            <a:off x="360000" y="216000"/>
            <a:ext cx="9000000" cy="64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2200" b="1" noProof="0" dirty="0">
                <a:solidFill>
                  <a:schemeClr val="tx2"/>
                </a:solidFill>
              </a:rPr>
              <a:t>Zu </a:t>
            </a:r>
            <a:r>
              <a:rPr lang="en-US" sz="2200" b="1" noProof="0" dirty="0" err="1">
                <a:solidFill>
                  <a:schemeClr val="tx2"/>
                </a:solidFill>
              </a:rPr>
              <a:t>berücksichtigende</a:t>
            </a:r>
            <a:r>
              <a:rPr lang="en-US" sz="2200" b="1" noProof="0" dirty="0">
                <a:solidFill>
                  <a:schemeClr val="tx2"/>
                </a:solidFill>
              </a:rPr>
              <a:t> </a:t>
            </a:r>
            <a:r>
              <a:rPr lang="en-US" sz="2200" b="1" noProof="0" dirty="0" err="1">
                <a:solidFill>
                  <a:schemeClr val="tx2"/>
                </a:solidFill>
              </a:rPr>
              <a:t>Designstandards</a:t>
            </a:r>
            <a:endParaRPr lang="en-US" sz="2200" b="1" noProof="0" dirty="0">
              <a:solidFill>
                <a:schemeClr val="tx2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 userDrawn="1"/>
        </p:nvSpPr>
        <p:spPr>
          <a:xfrm>
            <a:off x="360000" y="1368000"/>
            <a:ext cx="3888000" cy="360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600" b="1" noProof="0" dirty="0" err="1">
                <a:solidFill>
                  <a:schemeClr val="tx2"/>
                </a:solidFill>
              </a:rPr>
              <a:t>Standardfarben</a:t>
            </a:r>
            <a:endParaRPr lang="en-US" sz="1600" b="1" noProof="0" dirty="0">
              <a:solidFill>
                <a:schemeClr val="tx2"/>
              </a:solidFill>
            </a:endParaRP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98538762-74F0-4AF4-9C7C-F895CA7EEF70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8000" y="1224000"/>
            <a:ext cx="0" cy="5040000"/>
          </a:xfrm>
          <a:prstGeom prst="line">
            <a:avLst/>
          </a:prstGeom>
          <a:ln w="158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A39B8426-52EB-4D54-9009-1D7F15C94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6000" y="1224000"/>
            <a:ext cx="0" cy="5040000"/>
          </a:xfrm>
          <a:prstGeom prst="line">
            <a:avLst/>
          </a:prstGeom>
          <a:ln w="158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 userDrawn="1"/>
        </p:nvSpPr>
        <p:spPr>
          <a:xfrm>
            <a:off x="4248000" y="1368000"/>
            <a:ext cx="3888000" cy="360000"/>
          </a:xfrm>
          <a:prstGeom prst="rect">
            <a:avLst/>
          </a:prstGeom>
          <a:noFill/>
        </p:spPr>
        <p:txBody>
          <a:bodyPr wrap="square" lIns="288000" tIns="36000" rIns="36000" bIns="36000" rtlCol="0" anchor="ctr">
            <a:noAutofit/>
          </a:bodyPr>
          <a:lstStyle/>
          <a:p>
            <a:r>
              <a:rPr lang="en-US" sz="1600" b="1" noProof="0" dirty="0" err="1">
                <a:solidFill>
                  <a:schemeClr val="tx2"/>
                </a:solidFill>
              </a:rPr>
              <a:t>Schriften</a:t>
            </a:r>
            <a:endParaRPr lang="en-US" sz="1600" b="1" noProof="0" dirty="0">
              <a:solidFill>
                <a:schemeClr val="tx2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 userDrawn="1"/>
        </p:nvSpPr>
        <p:spPr>
          <a:xfrm>
            <a:off x="8136000" y="1368000"/>
            <a:ext cx="3673413" cy="360000"/>
          </a:xfrm>
          <a:prstGeom prst="rect">
            <a:avLst/>
          </a:prstGeom>
          <a:noFill/>
        </p:spPr>
        <p:txBody>
          <a:bodyPr wrap="square" lIns="288000" tIns="36000" rIns="36000" bIns="36000" rtlCol="0" anchor="ctr">
            <a:noAutofit/>
          </a:bodyPr>
          <a:lstStyle/>
          <a:p>
            <a:r>
              <a:rPr lang="en-US" sz="1600" b="1" noProof="0" dirty="0" err="1">
                <a:solidFill>
                  <a:schemeClr val="tx2"/>
                </a:solidFill>
              </a:rPr>
              <a:t>Bilder</a:t>
            </a:r>
            <a:endParaRPr lang="en-US" sz="1600" b="1" noProof="0" dirty="0">
              <a:solidFill>
                <a:schemeClr val="tx2"/>
              </a:solidFill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F3393BCD-FF4A-4CFB-8936-D13296885DD2}"/>
              </a:ext>
            </a:extLst>
          </p:cNvPr>
          <p:cNvSpPr/>
          <p:nvPr userDrawn="1"/>
        </p:nvSpPr>
        <p:spPr>
          <a:xfrm>
            <a:off x="360000" y="2016000"/>
            <a:ext cx="682586" cy="21600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effectLst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BB04D9C3-2C0D-4926-8DE3-B8F0B3E2C0B9}"/>
              </a:ext>
            </a:extLst>
          </p:cNvPr>
          <p:cNvSpPr txBox="1"/>
          <p:nvPr userDrawn="1"/>
        </p:nvSpPr>
        <p:spPr>
          <a:xfrm>
            <a:off x="1154825" y="2016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>
                <a:solidFill>
                  <a:schemeClr val="tx2"/>
                </a:solidFill>
              </a:rPr>
              <a:t>255 </a:t>
            </a:r>
            <a:r>
              <a:rPr lang="en-US" sz="14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255</a:t>
            </a:r>
            <a:r>
              <a:rPr lang="en-US" sz="1400" noProof="0">
                <a:solidFill>
                  <a:schemeClr val="tx2"/>
                </a:solidFill>
              </a:rPr>
              <a:t> </a:t>
            </a:r>
            <a:r>
              <a:rPr lang="en-US" sz="14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255</a:t>
            </a:r>
            <a:endParaRPr lang="en-US" sz="1400" noProof="0">
              <a:solidFill>
                <a:schemeClr val="tx2"/>
              </a:solidFill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F791D5B7-C95A-4119-A346-F087E18F19FD}"/>
              </a:ext>
            </a:extLst>
          </p:cNvPr>
          <p:cNvSpPr txBox="1"/>
          <p:nvPr userDrawn="1"/>
        </p:nvSpPr>
        <p:spPr>
          <a:xfrm>
            <a:off x="2378825" y="2016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Weiß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34832D5-A3AE-4D6A-9C3E-D89A694B92A2}"/>
              </a:ext>
            </a:extLst>
          </p:cNvPr>
          <p:cNvSpPr/>
          <p:nvPr userDrawn="1"/>
        </p:nvSpPr>
        <p:spPr>
          <a:xfrm>
            <a:off x="360000" y="2304563"/>
            <a:ext cx="682586" cy="216000"/>
          </a:xfrm>
          <a:prstGeom prst="rect">
            <a:avLst/>
          </a:prstGeom>
          <a:solidFill>
            <a:srgbClr val="282D3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78B48FE-3293-4E12-BCD6-2F2B6B094FFE}"/>
              </a:ext>
            </a:extLst>
          </p:cNvPr>
          <p:cNvSpPr txBox="1"/>
          <p:nvPr userDrawn="1"/>
        </p:nvSpPr>
        <p:spPr>
          <a:xfrm>
            <a:off x="1154825" y="2304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040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045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050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4A912EA-99EC-4165-AF5D-99285440DA9A}"/>
              </a:ext>
            </a:extLst>
          </p:cNvPr>
          <p:cNvSpPr txBox="1"/>
          <p:nvPr userDrawn="1"/>
        </p:nvSpPr>
        <p:spPr>
          <a:xfrm>
            <a:off x="2378825" y="2304000"/>
            <a:ext cx="1906588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Dunkel </a:t>
            </a:r>
            <a:r>
              <a:rPr lang="en-US" sz="1400" noProof="0" dirty="0" err="1">
                <a:solidFill>
                  <a:schemeClr val="tx2"/>
                </a:solidFill>
              </a:rPr>
              <a:t>Anthrazitgrau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39E3A2-ECAA-4BA8-AFCB-1BE0AC419122}"/>
              </a:ext>
            </a:extLst>
          </p:cNvPr>
          <p:cNvSpPr/>
          <p:nvPr userDrawn="1"/>
        </p:nvSpPr>
        <p:spPr>
          <a:xfrm>
            <a:off x="360000" y="2592000"/>
            <a:ext cx="682586" cy="216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F845032-0DB9-4AB1-BD3E-02D8E269B6BD}"/>
              </a:ext>
            </a:extLst>
          </p:cNvPr>
          <p:cNvSpPr txBox="1"/>
          <p:nvPr userDrawn="1"/>
        </p:nvSpPr>
        <p:spPr>
          <a:xfrm>
            <a:off x="1154825" y="2592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240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240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240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117E40B-531B-4655-AC4B-D35CD944535F}"/>
              </a:ext>
            </a:extLst>
          </p:cNvPr>
          <p:cNvSpPr txBox="1"/>
          <p:nvPr userDrawn="1"/>
        </p:nvSpPr>
        <p:spPr>
          <a:xfrm>
            <a:off x="2378825" y="2592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 err="1">
                <a:solidFill>
                  <a:schemeClr val="tx2"/>
                </a:solidFill>
              </a:rPr>
              <a:t>Silbergrau</a:t>
            </a:r>
            <a:r>
              <a:rPr lang="en-US" sz="1400" noProof="0" dirty="0">
                <a:solidFill>
                  <a:schemeClr val="tx2"/>
                </a:solidFill>
              </a:rPr>
              <a:t> 20%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DF9B34FA-3621-42AE-883F-489F675B1D7E}"/>
              </a:ext>
            </a:extLst>
          </p:cNvPr>
          <p:cNvSpPr/>
          <p:nvPr userDrawn="1"/>
        </p:nvSpPr>
        <p:spPr>
          <a:xfrm>
            <a:off x="360000" y="2880000"/>
            <a:ext cx="682586" cy="216000"/>
          </a:xfrm>
          <a:prstGeom prst="rect">
            <a:avLst/>
          </a:prstGeom>
          <a:solidFill>
            <a:schemeClr val="tx2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13593682-C3D4-4FF3-8990-A5830483DDDF}"/>
              </a:ext>
            </a:extLst>
          </p:cNvPr>
          <p:cNvSpPr txBox="1"/>
          <p:nvPr userDrawn="1"/>
        </p:nvSpPr>
        <p:spPr>
          <a:xfrm>
            <a:off x="1154825" y="2880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088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094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099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6B53EA6-2BB8-45F0-885A-CE4D046B3E44}"/>
              </a:ext>
            </a:extLst>
          </p:cNvPr>
          <p:cNvSpPr txBox="1"/>
          <p:nvPr userDrawn="1"/>
        </p:nvSpPr>
        <p:spPr>
          <a:xfrm>
            <a:off x="2378825" y="2880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 err="1">
                <a:solidFill>
                  <a:schemeClr val="tx2"/>
                </a:solidFill>
              </a:rPr>
              <a:t>Anthrazitgrau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D2DF7A3C-0BDB-4CC9-8AA3-A48ED6264449}"/>
              </a:ext>
            </a:extLst>
          </p:cNvPr>
          <p:cNvSpPr/>
          <p:nvPr userDrawn="1"/>
        </p:nvSpPr>
        <p:spPr>
          <a:xfrm>
            <a:off x="360000" y="3168000"/>
            <a:ext cx="682586" cy="216000"/>
          </a:xfrm>
          <a:prstGeom prst="rect">
            <a:avLst/>
          </a:prstGeom>
          <a:solidFill>
            <a:srgbClr val="ED1B24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F3152F2-9E48-46A3-9687-EC1C95C155B0}"/>
              </a:ext>
            </a:extLst>
          </p:cNvPr>
          <p:cNvSpPr txBox="1"/>
          <p:nvPr userDrawn="1"/>
        </p:nvSpPr>
        <p:spPr>
          <a:xfrm>
            <a:off x="1154825" y="3168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>
                <a:solidFill>
                  <a:schemeClr val="tx2"/>
                </a:solidFill>
              </a:rPr>
              <a:t>237 </a:t>
            </a:r>
            <a:r>
              <a:rPr lang="en-US" sz="14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027</a:t>
            </a:r>
            <a:r>
              <a:rPr lang="en-US" sz="1400" noProof="0">
                <a:solidFill>
                  <a:schemeClr val="tx2"/>
                </a:solidFill>
              </a:rPr>
              <a:t> </a:t>
            </a:r>
            <a:r>
              <a:rPr lang="en-US" sz="14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036</a:t>
            </a:r>
            <a:endParaRPr lang="en-US" sz="1400" noProof="0">
              <a:solidFill>
                <a:schemeClr val="tx2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71029213-5BAC-477C-AC15-C6CD0EE3F04C}"/>
              </a:ext>
            </a:extLst>
          </p:cNvPr>
          <p:cNvSpPr txBox="1"/>
          <p:nvPr userDrawn="1"/>
        </p:nvSpPr>
        <p:spPr>
          <a:xfrm>
            <a:off x="2378825" y="3168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Grenzebach Rot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13D0E98A-0D19-4DBA-A38D-083E0B8968C2}"/>
              </a:ext>
            </a:extLst>
          </p:cNvPr>
          <p:cNvSpPr/>
          <p:nvPr userDrawn="1"/>
        </p:nvSpPr>
        <p:spPr>
          <a:xfrm>
            <a:off x="360000" y="3456000"/>
            <a:ext cx="682586" cy="216000"/>
          </a:xfrm>
          <a:prstGeom prst="rect">
            <a:avLst/>
          </a:prstGeom>
          <a:solidFill>
            <a:srgbClr val="91A5B8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BF965BDC-A605-4BF0-83DD-0FF74CFE1FE4}"/>
              </a:ext>
            </a:extLst>
          </p:cNvPr>
          <p:cNvSpPr txBox="1"/>
          <p:nvPr userDrawn="1"/>
        </p:nvSpPr>
        <p:spPr>
          <a:xfrm>
            <a:off x="1154825" y="3456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145 | 165 | 184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5851B07-C4C0-47F0-8333-0E2B0EEEB8F7}"/>
              </a:ext>
            </a:extLst>
          </p:cNvPr>
          <p:cNvSpPr txBox="1"/>
          <p:nvPr userDrawn="1"/>
        </p:nvSpPr>
        <p:spPr>
          <a:xfrm>
            <a:off x="2378825" y="3456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 err="1">
                <a:solidFill>
                  <a:schemeClr val="tx2"/>
                </a:solidFill>
              </a:rPr>
              <a:t>Blaugrau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60BDB284-EE53-455E-A9E4-35106EA2DB44}"/>
              </a:ext>
            </a:extLst>
          </p:cNvPr>
          <p:cNvSpPr/>
          <p:nvPr userDrawn="1"/>
        </p:nvSpPr>
        <p:spPr>
          <a:xfrm>
            <a:off x="360000" y="3744000"/>
            <a:ext cx="682586" cy="216000"/>
          </a:xfrm>
          <a:prstGeom prst="rect">
            <a:avLst/>
          </a:prstGeom>
          <a:solidFill>
            <a:srgbClr val="37908C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EA411550-1E5B-49AA-AC51-419B5F3EDA36}"/>
              </a:ext>
            </a:extLst>
          </p:cNvPr>
          <p:cNvSpPr txBox="1"/>
          <p:nvPr userDrawn="1"/>
        </p:nvSpPr>
        <p:spPr>
          <a:xfrm>
            <a:off x="1154825" y="3744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055 | 144 | 140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4E38E4D-0576-4107-945D-E4A6AFB7BF1A}"/>
              </a:ext>
            </a:extLst>
          </p:cNvPr>
          <p:cNvSpPr txBox="1"/>
          <p:nvPr userDrawn="1"/>
        </p:nvSpPr>
        <p:spPr>
          <a:xfrm>
            <a:off x="2378825" y="3744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 err="1">
                <a:solidFill>
                  <a:schemeClr val="tx2"/>
                </a:solidFill>
              </a:rPr>
              <a:t>Akzent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Grün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2A9EE9C-EDE9-4405-8D44-769EB624F5B1}"/>
              </a:ext>
            </a:extLst>
          </p:cNvPr>
          <p:cNvSpPr/>
          <p:nvPr userDrawn="1"/>
        </p:nvSpPr>
        <p:spPr>
          <a:xfrm>
            <a:off x="360000" y="4032000"/>
            <a:ext cx="682586" cy="216000"/>
          </a:xfrm>
          <a:prstGeom prst="rect">
            <a:avLst/>
          </a:prstGeom>
          <a:solidFill>
            <a:srgbClr val="1762B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80323337-D71E-467F-BE6E-110FF648C659}"/>
              </a:ext>
            </a:extLst>
          </p:cNvPr>
          <p:cNvSpPr txBox="1"/>
          <p:nvPr userDrawn="1"/>
        </p:nvSpPr>
        <p:spPr>
          <a:xfrm>
            <a:off x="1154825" y="4032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023 | 098 | 191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AD4ADC3D-716C-4D0E-8327-3704499926D1}"/>
              </a:ext>
            </a:extLst>
          </p:cNvPr>
          <p:cNvSpPr txBox="1"/>
          <p:nvPr userDrawn="1"/>
        </p:nvSpPr>
        <p:spPr>
          <a:xfrm>
            <a:off x="2378825" y="4032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l" defTabSz="6083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noProof="0" dirty="0" err="1">
                <a:solidFill>
                  <a:schemeClr val="tx2"/>
                </a:solidFill>
              </a:rPr>
              <a:t>Akzent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Blau</a:t>
            </a:r>
            <a:endParaRPr lang="en-US" sz="1400" noProof="0" dirty="0">
              <a:solidFill>
                <a:schemeClr val="tx2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48109BF0-D5FF-458E-A847-0F50BD8B7E0D}"/>
              </a:ext>
            </a:extLst>
          </p:cNvPr>
          <p:cNvSpPr/>
          <p:nvPr userDrawn="1"/>
        </p:nvSpPr>
        <p:spPr>
          <a:xfrm>
            <a:off x="360000" y="4320000"/>
            <a:ext cx="682586" cy="216000"/>
          </a:xfrm>
          <a:prstGeom prst="rect">
            <a:avLst/>
          </a:prstGeom>
          <a:solidFill>
            <a:srgbClr val="7864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40D1415D-CF41-43B7-AC1B-C5657C6719EA}"/>
              </a:ext>
            </a:extLst>
          </p:cNvPr>
          <p:cNvSpPr txBox="1"/>
          <p:nvPr userDrawn="1"/>
        </p:nvSpPr>
        <p:spPr>
          <a:xfrm>
            <a:off x="1154825" y="4320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120 | 100 | 255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5F93A7-3653-42F3-87BF-BA7ED060B273}"/>
              </a:ext>
            </a:extLst>
          </p:cNvPr>
          <p:cNvSpPr txBox="1"/>
          <p:nvPr userDrawn="1"/>
        </p:nvSpPr>
        <p:spPr>
          <a:xfrm>
            <a:off x="2378825" y="4320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l" defTabSz="6083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noProof="0" dirty="0" err="1">
                <a:solidFill>
                  <a:schemeClr val="tx2"/>
                </a:solidFill>
              </a:rPr>
              <a:t>Akzent</a:t>
            </a:r>
            <a:r>
              <a:rPr lang="en-US" sz="1400" noProof="0" dirty="0">
                <a:solidFill>
                  <a:schemeClr val="tx2"/>
                </a:solidFill>
              </a:rPr>
              <a:t> Lila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2C337233-19E3-40FF-A5C7-2DEAFF96A1A1}"/>
              </a:ext>
            </a:extLst>
          </p:cNvPr>
          <p:cNvSpPr/>
          <p:nvPr userDrawn="1"/>
        </p:nvSpPr>
        <p:spPr>
          <a:xfrm>
            <a:off x="360000" y="4608000"/>
            <a:ext cx="682586" cy="216000"/>
          </a:xfrm>
          <a:prstGeom prst="rect">
            <a:avLst/>
          </a:prstGeom>
          <a:solidFill>
            <a:srgbClr val="5DD1E1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EF1C4306-4004-4AAF-8CB1-9A1EB95481F1}"/>
              </a:ext>
            </a:extLst>
          </p:cNvPr>
          <p:cNvSpPr txBox="1"/>
          <p:nvPr userDrawn="1"/>
        </p:nvSpPr>
        <p:spPr>
          <a:xfrm>
            <a:off x="1154825" y="4608000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093 | 209 | 225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EF1555F3-2AC0-464F-834B-39CD4B34BFE4}"/>
              </a:ext>
            </a:extLst>
          </p:cNvPr>
          <p:cNvSpPr txBox="1"/>
          <p:nvPr userDrawn="1"/>
        </p:nvSpPr>
        <p:spPr>
          <a:xfrm>
            <a:off x="2378825" y="4608000"/>
            <a:ext cx="1684046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l" defTabSz="6083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noProof="0" dirty="0" err="1">
                <a:solidFill>
                  <a:schemeClr val="tx2"/>
                </a:solidFill>
              </a:rPr>
              <a:t>Akzent</a:t>
            </a:r>
            <a:r>
              <a:rPr lang="en-US" sz="1400" noProof="0" dirty="0">
                <a:solidFill>
                  <a:schemeClr val="tx2"/>
                </a:solidFill>
              </a:rPr>
              <a:t> Aqua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0E2A1591-B2EF-4E19-B16D-7A0881B20903}"/>
              </a:ext>
            </a:extLst>
          </p:cNvPr>
          <p:cNvSpPr txBox="1"/>
          <p:nvPr userDrawn="1"/>
        </p:nvSpPr>
        <p:spPr>
          <a:xfrm>
            <a:off x="1154825" y="1720277"/>
            <a:ext cx="1258021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400" b="0" noProof="0">
                <a:solidFill>
                  <a:schemeClr val="tx2"/>
                </a:solidFill>
              </a:rPr>
              <a:t>RGB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B36AA516-1AFF-4EAE-8AB9-A61A462DD47A}"/>
              </a:ext>
            </a:extLst>
          </p:cNvPr>
          <p:cNvSpPr txBox="1"/>
          <p:nvPr userDrawn="1"/>
        </p:nvSpPr>
        <p:spPr>
          <a:xfrm>
            <a:off x="4536000" y="1720276"/>
            <a:ext cx="3312000" cy="677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noProof="0" dirty="0">
                <a:solidFill>
                  <a:schemeClr val="tx2"/>
                </a:solidFill>
              </a:rPr>
              <a:t>Alle </a:t>
            </a:r>
            <a:r>
              <a:rPr lang="en-US" sz="1400" noProof="0" dirty="0" err="1">
                <a:solidFill>
                  <a:schemeClr val="tx2"/>
                </a:solidFill>
              </a:rPr>
              <a:t>Präsentationen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werden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mit</a:t>
            </a:r>
            <a:r>
              <a:rPr lang="en-US" sz="1400" noProof="0" dirty="0">
                <a:solidFill>
                  <a:schemeClr val="tx2"/>
                </a:solidFill>
              </a:rPr>
              <a:t> ARIAL (</a:t>
            </a:r>
            <a:r>
              <a:rPr lang="en-US" sz="1400" noProof="0" dirty="0" err="1">
                <a:solidFill>
                  <a:schemeClr val="tx2"/>
                </a:solidFill>
              </a:rPr>
              <a:t>Farbe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Dunkelgrau</a:t>
            </a:r>
            <a:r>
              <a:rPr lang="en-US" sz="1400" noProof="0" dirty="0">
                <a:solidFill>
                  <a:schemeClr val="tx2"/>
                </a:solidFill>
              </a:rPr>
              <a:t>) </a:t>
            </a:r>
            <a:r>
              <a:rPr lang="en-US" sz="1400" noProof="0" dirty="0" err="1">
                <a:solidFill>
                  <a:schemeClr val="tx2"/>
                </a:solidFill>
              </a:rPr>
              <a:t>als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Standardschriftart</a:t>
            </a:r>
            <a:r>
              <a:rPr lang="en-US" sz="1400" noProof="0" dirty="0">
                <a:solidFill>
                  <a:schemeClr val="tx2"/>
                </a:solidFill>
              </a:rPr>
              <a:t> für </a:t>
            </a:r>
            <a:r>
              <a:rPr lang="en-US" sz="1400" noProof="0" dirty="0" err="1">
                <a:solidFill>
                  <a:schemeClr val="tx2"/>
                </a:solidFill>
              </a:rPr>
              <a:t>Überschriften</a:t>
            </a:r>
            <a:r>
              <a:rPr lang="en-US" sz="1400" noProof="0" dirty="0">
                <a:solidFill>
                  <a:schemeClr val="tx2"/>
                </a:solidFill>
              </a:rPr>
              <a:t> und </a:t>
            </a:r>
            <a:r>
              <a:rPr lang="en-US" sz="1400" noProof="0" dirty="0" err="1">
                <a:solidFill>
                  <a:schemeClr val="tx2"/>
                </a:solidFill>
              </a:rPr>
              <a:t>Textfelder</a:t>
            </a:r>
            <a:r>
              <a:rPr lang="en-US" sz="1400" noProof="0" dirty="0">
                <a:solidFill>
                  <a:schemeClr val="tx2"/>
                </a:solidFill>
              </a:rPr>
              <a:t> </a:t>
            </a:r>
            <a:r>
              <a:rPr lang="en-US" sz="1400" noProof="0" dirty="0" err="1">
                <a:solidFill>
                  <a:schemeClr val="tx2"/>
                </a:solidFill>
              </a:rPr>
              <a:t>erstellt</a:t>
            </a:r>
            <a:r>
              <a:rPr lang="en-US" sz="1400" noProof="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51D727E-3CB3-4BCB-8191-74456E8F57E6}"/>
              </a:ext>
            </a:extLst>
          </p:cNvPr>
          <p:cNvGrpSpPr/>
          <p:nvPr userDrawn="1"/>
        </p:nvGrpSpPr>
        <p:grpSpPr>
          <a:xfrm>
            <a:off x="4248000" y="2520000"/>
            <a:ext cx="3888000" cy="1727999"/>
            <a:chOff x="4248000" y="2664000"/>
            <a:chExt cx="3888000" cy="1727999"/>
          </a:xfrm>
        </p:grpSpPr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088FCE9A-71E4-4301-88A0-4680B9DE8412}"/>
                </a:ext>
              </a:extLst>
            </p:cNvPr>
            <p:cNvSpPr txBox="1"/>
            <p:nvPr userDrawn="1"/>
          </p:nvSpPr>
          <p:spPr>
            <a:xfrm>
              <a:off x="4248000" y="2664000"/>
              <a:ext cx="3888000" cy="360000"/>
            </a:xfrm>
            <a:prstGeom prst="rect">
              <a:avLst/>
            </a:prstGeom>
            <a:noFill/>
          </p:spPr>
          <p:txBody>
            <a:bodyPr wrap="square" lIns="288000" tIns="36000" rIns="36000" bIns="36000" rtlCol="0" anchor="ctr">
              <a:noAutofit/>
            </a:bodyPr>
            <a:lstStyle/>
            <a:p>
              <a:r>
                <a:rPr lang="en-US" sz="1600" b="1" noProof="0" dirty="0" err="1">
                  <a:solidFill>
                    <a:schemeClr val="tx2"/>
                  </a:solidFill>
                </a:rPr>
                <a:t>Schriftgrößen</a:t>
              </a:r>
              <a:endParaRPr lang="en-US" sz="1600" b="1" noProof="0" dirty="0">
                <a:solidFill>
                  <a:schemeClr val="tx2"/>
                </a:solidFill>
              </a:endParaRP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363EDA56-B3A9-4AD6-88E7-5A832DC26FB9}"/>
                </a:ext>
              </a:extLst>
            </p:cNvPr>
            <p:cNvSpPr txBox="1"/>
            <p:nvPr userDrawn="1"/>
          </p:nvSpPr>
          <p:spPr>
            <a:xfrm>
              <a:off x="4536000" y="2951999"/>
              <a:ext cx="3312000" cy="1440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808038" indent="-808038">
                <a:lnSpc>
                  <a:spcPct val="130000"/>
                </a:lnSpc>
              </a:pPr>
              <a:r>
                <a:rPr lang="en-US" sz="2200" noProof="0" dirty="0">
                  <a:solidFill>
                    <a:schemeClr val="tx2"/>
                  </a:solidFill>
                </a:rPr>
                <a:t>22pt</a:t>
              </a:r>
              <a:r>
                <a:rPr lang="en-US" sz="1100" noProof="0" dirty="0">
                  <a:solidFill>
                    <a:schemeClr val="tx2"/>
                  </a:solidFill>
                </a:rPr>
                <a:t>	</a:t>
              </a:r>
              <a:r>
                <a:rPr lang="en-US" sz="1400" noProof="0" dirty="0">
                  <a:solidFill>
                    <a:schemeClr val="tx2"/>
                  </a:solidFill>
                </a:rPr>
                <a:t>für alle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Überschriften</a:t>
              </a:r>
              <a:endParaRPr lang="en-US" sz="1100" noProof="0" dirty="0">
                <a:solidFill>
                  <a:schemeClr val="tx2"/>
                </a:solidFill>
              </a:endParaRPr>
            </a:p>
            <a:p>
              <a:pPr marL="808038" indent="-808038">
                <a:lnSpc>
                  <a:spcPct val="130000"/>
                </a:lnSpc>
              </a:pPr>
              <a:r>
                <a:rPr lang="en-US" sz="1600" noProof="0" dirty="0">
                  <a:solidFill>
                    <a:schemeClr val="tx2"/>
                  </a:solidFill>
                </a:rPr>
                <a:t>16pt</a:t>
              </a:r>
              <a:r>
                <a:rPr lang="en-US" sz="1100" noProof="0" dirty="0">
                  <a:solidFill>
                    <a:schemeClr val="tx2"/>
                  </a:solidFill>
                </a:rPr>
                <a:t>	</a:t>
              </a:r>
              <a:r>
                <a:rPr lang="en-US" sz="1400" noProof="0" dirty="0">
                  <a:solidFill>
                    <a:schemeClr val="tx2"/>
                  </a:solidFill>
                </a:rPr>
                <a:t>für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Unterüberschriften</a:t>
              </a:r>
              <a:r>
                <a:rPr lang="en-US" sz="1400" noProof="0" dirty="0">
                  <a:solidFill>
                    <a:schemeClr val="tx2"/>
                  </a:solidFill>
                </a:rPr>
                <a:t> und Text</a:t>
              </a:r>
              <a:endParaRPr lang="en-US" sz="1100" noProof="0" dirty="0">
                <a:solidFill>
                  <a:schemeClr val="tx2"/>
                </a:solidFill>
              </a:endParaRPr>
            </a:p>
            <a:p>
              <a:pPr marL="808038" indent="-808038">
                <a:lnSpc>
                  <a:spcPct val="130000"/>
                </a:lnSpc>
              </a:pPr>
              <a:r>
                <a:rPr lang="en-US" sz="1100" noProof="0" dirty="0">
                  <a:solidFill>
                    <a:schemeClr val="tx2"/>
                  </a:solidFill>
                </a:rPr>
                <a:t>11pt	</a:t>
              </a:r>
              <a:r>
                <a:rPr lang="en-US" sz="1400" noProof="0" dirty="0">
                  <a:solidFill>
                    <a:schemeClr val="tx2"/>
                  </a:solidFill>
                </a:rPr>
                <a:t>für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Fußzeile</a:t>
              </a:r>
              <a:r>
                <a:rPr lang="en-US" sz="1400" noProof="0" dirty="0">
                  <a:solidFill>
                    <a:schemeClr val="tx2"/>
                  </a:solidFill>
                </a:rPr>
                <a:t>,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Untertitel</a:t>
              </a:r>
              <a:endParaRPr lang="en-US" sz="1400" noProof="0" dirty="0">
                <a:solidFill>
                  <a:schemeClr val="tx2"/>
                </a:solidFill>
              </a:endParaRPr>
            </a:p>
            <a:p>
              <a:pPr marL="808038" indent="-808038">
                <a:lnSpc>
                  <a:spcPct val="130000"/>
                </a:lnSpc>
              </a:pPr>
              <a:r>
                <a:rPr lang="en-US" sz="800" noProof="0" dirty="0">
                  <a:solidFill>
                    <a:schemeClr val="tx2"/>
                  </a:solidFill>
                </a:rPr>
                <a:t>8pt</a:t>
              </a:r>
              <a:r>
                <a:rPr lang="en-US" sz="1100" noProof="0" dirty="0">
                  <a:solidFill>
                    <a:schemeClr val="tx2"/>
                  </a:solidFill>
                </a:rPr>
                <a:t>	</a:t>
              </a:r>
              <a:r>
                <a:rPr lang="en-US" sz="1400" noProof="0" dirty="0">
                  <a:solidFill>
                    <a:schemeClr val="tx2"/>
                  </a:solidFill>
                </a:rPr>
                <a:t>für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Quellen</a:t>
              </a:r>
              <a:r>
                <a:rPr lang="en-US" sz="1400" noProof="0" dirty="0">
                  <a:solidFill>
                    <a:schemeClr val="tx2"/>
                  </a:solidFill>
                </a:rPr>
                <a:t> &amp; </a:t>
              </a:r>
              <a:r>
                <a:rPr lang="en-US" sz="1400" noProof="0" dirty="0" err="1">
                  <a:solidFill>
                    <a:schemeClr val="tx2"/>
                  </a:solidFill>
                </a:rPr>
                <a:t>Referenzen</a:t>
              </a:r>
              <a:endParaRPr lang="en-US" sz="1100" noProof="0" dirty="0">
                <a:solidFill>
                  <a:schemeClr val="tx2"/>
                </a:solidFill>
              </a:endParaRPr>
            </a:p>
          </p:txBody>
        </p:sp>
      </p:grpSp>
      <p:sp>
        <p:nvSpPr>
          <p:cNvPr id="97" name="Textfeld 96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 userDrawn="1"/>
        </p:nvSpPr>
        <p:spPr>
          <a:xfrm>
            <a:off x="4248000" y="4369898"/>
            <a:ext cx="3888000" cy="360000"/>
          </a:xfrm>
          <a:prstGeom prst="rect">
            <a:avLst/>
          </a:prstGeom>
          <a:noFill/>
        </p:spPr>
        <p:txBody>
          <a:bodyPr wrap="square" lIns="288000" tIns="36000" rIns="36000" bIns="36000" rtlCol="0" anchor="ctr">
            <a:noAutofit/>
          </a:bodyPr>
          <a:lstStyle/>
          <a:p>
            <a:r>
              <a:rPr lang="en-US" sz="1600" b="1" noProof="0" dirty="0" err="1">
                <a:solidFill>
                  <a:schemeClr val="tx2"/>
                </a:solidFill>
              </a:rPr>
              <a:t>Stichpunkte</a:t>
            </a:r>
            <a:endParaRPr lang="en-US" sz="1600" b="1" noProof="0" dirty="0">
              <a:solidFill>
                <a:schemeClr val="tx2"/>
              </a:solidFill>
            </a:endParaRP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53DF30D3-0165-41D2-9067-0A92722A51F6}"/>
              </a:ext>
            </a:extLst>
          </p:cNvPr>
          <p:cNvSpPr txBox="1"/>
          <p:nvPr userDrawn="1"/>
        </p:nvSpPr>
        <p:spPr>
          <a:xfrm>
            <a:off x="8423999" y="1720277"/>
            <a:ext cx="3096000" cy="21440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1400" b="0" u="none" noProof="0" dirty="0">
                <a:solidFill>
                  <a:schemeClr val="tx2"/>
                </a:solidFill>
              </a:rPr>
              <a:t>Wenn Sie Bilder einfügen, achten Sie bitte auf Vertraulichkeits- und/oder Urheberrechtsbeschränkungen. Bitte geben Sie die Quellen am Ende jeder Folie an.</a:t>
            </a:r>
          </a:p>
          <a:p>
            <a:pPr algn="l"/>
            <a:endParaRPr lang="de-DE" sz="1400" b="0" u="none" noProof="0" dirty="0">
              <a:solidFill>
                <a:schemeClr val="tx2"/>
              </a:solidFill>
            </a:endParaRPr>
          </a:p>
          <a:p>
            <a:pPr algn="l"/>
            <a:r>
              <a:rPr lang="de-DE" sz="1400" b="0" u="none" noProof="0" dirty="0">
                <a:solidFill>
                  <a:schemeClr val="tx2"/>
                </a:solidFill>
              </a:rPr>
              <a:t>Wenn Sie Bilder aus unserer Datenbank verwenden möchten, wenden Sie sich bitte an die Marketing-Abteilung.</a:t>
            </a:r>
            <a:endParaRPr lang="en-US" sz="1400" b="0" u="none" noProof="0" dirty="0">
              <a:solidFill>
                <a:schemeClr val="tx2"/>
              </a:solidFill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088FCE9A-71E4-4301-88A0-4680B9DE8412}"/>
              </a:ext>
            </a:extLst>
          </p:cNvPr>
          <p:cNvSpPr txBox="1"/>
          <p:nvPr userDrawn="1"/>
        </p:nvSpPr>
        <p:spPr>
          <a:xfrm>
            <a:off x="8136000" y="4369898"/>
            <a:ext cx="3673413" cy="360000"/>
          </a:xfrm>
          <a:prstGeom prst="rect">
            <a:avLst/>
          </a:prstGeom>
          <a:noFill/>
        </p:spPr>
        <p:txBody>
          <a:bodyPr wrap="square" lIns="288000" tIns="36000" rIns="36000" bIns="36000" rtlCol="0" anchor="ctr">
            <a:noAutofit/>
          </a:bodyPr>
          <a:lstStyle/>
          <a:p>
            <a:r>
              <a:rPr lang="en-US" sz="1600" b="1" noProof="0" dirty="0" err="1">
                <a:solidFill>
                  <a:schemeClr val="tx2"/>
                </a:solidFill>
              </a:rPr>
              <a:t>Präsentationstitel</a:t>
            </a:r>
            <a:r>
              <a:rPr lang="en-US" sz="1600" b="1" noProof="0" dirty="0">
                <a:solidFill>
                  <a:schemeClr val="tx2"/>
                </a:solidFill>
              </a:rPr>
              <a:t> in der </a:t>
            </a:r>
            <a:r>
              <a:rPr lang="en-US" sz="1600" b="1" noProof="0" dirty="0" err="1">
                <a:solidFill>
                  <a:schemeClr val="tx2"/>
                </a:solidFill>
              </a:rPr>
              <a:t>Fußzeile</a:t>
            </a:r>
            <a:endParaRPr lang="en-US" sz="1600" b="1" noProof="0" dirty="0">
              <a:solidFill>
                <a:schemeClr val="tx2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E1FD1A62-43DA-4E2E-A4CE-39E04624FB00}"/>
              </a:ext>
            </a:extLst>
          </p:cNvPr>
          <p:cNvSpPr txBox="1"/>
          <p:nvPr userDrawn="1"/>
        </p:nvSpPr>
        <p:spPr>
          <a:xfrm>
            <a:off x="8431951" y="4729897"/>
            <a:ext cx="3096000" cy="1325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sz="1400" b="0" u="none" noProof="0" dirty="0">
                <a:solidFill>
                  <a:schemeClr val="tx2"/>
                </a:solidFill>
              </a:rPr>
              <a:t>Bitte achten Sie darauf, dass Sie die Fußzeile (Name der Präsentation und Datum) bearbeiten.</a:t>
            </a:r>
          </a:p>
          <a:p>
            <a:pPr algn="l"/>
            <a:endParaRPr lang="de-DE" sz="1400" b="0" u="none" noProof="0" dirty="0">
              <a:solidFill>
                <a:schemeClr val="tx2"/>
              </a:solidFill>
            </a:endParaRPr>
          </a:p>
          <a:p>
            <a:pPr algn="l"/>
            <a:r>
              <a:rPr lang="de-DE" sz="1400" b="0" u="none" noProof="0" dirty="0">
                <a:solidFill>
                  <a:schemeClr val="tx2"/>
                </a:solidFill>
              </a:rPr>
              <a:t>Gehen Sie dazu auf die Registerkarte Einfügen " Text " Kopf- und Fußzeile.</a:t>
            </a:r>
            <a:endParaRPr lang="en-US" sz="1400" b="0" u="none" noProof="0" dirty="0">
              <a:solidFill>
                <a:schemeClr val="tx2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63EDA56-B3A9-4AD6-88E7-5A832DC26FB9}"/>
              </a:ext>
            </a:extLst>
          </p:cNvPr>
          <p:cNvSpPr txBox="1"/>
          <p:nvPr userDrawn="1"/>
        </p:nvSpPr>
        <p:spPr>
          <a:xfrm>
            <a:off x="4536000" y="4729898"/>
            <a:ext cx="3312000" cy="12240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180000" marR="0" lvl="0" indent="-180000" algn="l" defTabSz="60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Arial" panose="020B0604020202020204" pitchFamily="34" charset="0"/>
              <a:buChar char="»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1 </a:t>
            </a:r>
          </a:p>
          <a:p>
            <a:pPr marL="537750" marR="0" lvl="1" indent="-285750" algn="l" defTabSz="60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2</a:t>
            </a:r>
          </a:p>
          <a:p>
            <a:pPr marL="753750" marR="0" lvl="2" indent="-285750" algn="l" defTabSz="60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3</a:t>
            </a:r>
          </a:p>
          <a:p>
            <a:pPr marL="1005750" marR="0" lvl="3" indent="-285750" algn="l" defTabSz="60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4</a:t>
            </a:r>
          </a:p>
          <a:p>
            <a:pPr marL="1221750" marR="0" lvl="4" indent="-285750" algn="l" defTabSz="608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B2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Stichpunkt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Level 5</a:t>
            </a:r>
          </a:p>
        </p:txBody>
      </p:sp>
      <p:sp>
        <p:nvSpPr>
          <p:cNvPr id="103" name="Fußzeilenplatzhalter 3">
            <a:extLst>
              <a:ext uri="{FF2B5EF4-FFF2-40B4-BE49-F238E27FC236}">
                <a16:creationId xmlns:a16="http://schemas.microsoft.com/office/drawing/2014/main" id="{60B29C70-236B-45CA-8D8C-AE48D81E686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067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47B4F50-4A92-44B4-B23F-F8EBB138EA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4079466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1" imgW="668" imgH="668" progId="TCLayout.ActiveDocument.1">
                  <p:embed/>
                </p:oleObj>
              </mc:Choice>
              <mc:Fallback>
                <p:oleObj name="think-cell Folie" r:id="rId21" imgW="668" imgH="66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47B4F50-4A92-44B4-B23F-F8EBB138E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hteck 13">
            <a:extLst>
              <a:ext uri="{FF2B5EF4-FFF2-40B4-BE49-F238E27FC236}">
                <a16:creationId xmlns:a16="http://schemas.microsoft.com/office/drawing/2014/main" id="{0D3313F8-C6B3-4057-9FC5-489835561A71}"/>
              </a:ext>
            </a:extLst>
          </p:cNvPr>
          <p:cNvSpPr/>
          <p:nvPr userDrawn="1"/>
        </p:nvSpPr>
        <p:spPr>
          <a:xfrm>
            <a:off x="0" y="6516000"/>
            <a:ext cx="12168188" cy="324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feld 12"/>
          <p:cNvSpPr txBox="1">
            <a:spLocks noChangeArrowheads="1"/>
          </p:cNvSpPr>
          <p:nvPr userDrawn="1"/>
        </p:nvSpPr>
        <p:spPr bwMode="auto">
          <a:xfrm>
            <a:off x="9936000" y="6516000"/>
            <a:ext cx="2232000" cy="3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altLang="de-DE" sz="1100" noProof="0" dirty="0">
                <a:solidFill>
                  <a:schemeClr val="bg1"/>
                </a:solidFill>
                <a:ea typeface="+mn-ea"/>
                <a:cs typeface="Arial" charset="0"/>
              </a:rPr>
              <a:t>www.grenzebach.com</a:t>
            </a:r>
          </a:p>
        </p:txBody>
      </p:sp>
      <p:pic>
        <p:nvPicPr>
          <p:cNvPr id="10" name="Bild 2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828000" y="252000"/>
            <a:ext cx="1980000" cy="309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 title="Headline, Arial 21pt"/>
          <p:cNvSpPr>
            <a:spLocks noGrp="1"/>
          </p:cNvSpPr>
          <p:nvPr>
            <p:ph type="title"/>
          </p:nvPr>
        </p:nvSpPr>
        <p:spPr>
          <a:xfrm>
            <a:off x="360000" y="216000"/>
            <a:ext cx="9000000" cy="64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 algn="l">
              <a:spcBef>
                <a:spcPct val="20000"/>
              </a:spcBef>
              <a:buFontTx/>
            </a:pPr>
            <a:r>
              <a:rPr lang="en-US" noProof="0" dirty="0" err="1"/>
              <a:t>Überschrift</a:t>
            </a:r>
            <a:r>
              <a:rPr lang="en-US" noProof="0" dirty="0"/>
              <a:t>, Arial 22pt</a:t>
            </a:r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76000" y="6516000"/>
            <a:ext cx="1188000" cy="324000"/>
          </a:xfrm>
          <a:prstGeom prst="rect">
            <a:avLst/>
          </a:prstGeom>
        </p:spPr>
        <p:txBody>
          <a:bodyPr vert="horz" lIns="36000" tIns="0" rIns="36000" bIns="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Seite</a:t>
            </a:r>
            <a:r>
              <a:rPr lang="en-US" dirty="0"/>
              <a:t> </a:t>
            </a:r>
            <a:fld id="{C15DF3FA-E9A9-4875-8428-1B9A184CD83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3" name="Datumsplatzhalter 22"/>
          <p:cNvSpPr>
            <a:spLocks noGrp="1"/>
          </p:cNvSpPr>
          <p:nvPr>
            <p:ph type="dt" sz="half" idx="2"/>
          </p:nvPr>
        </p:nvSpPr>
        <p:spPr>
          <a:xfrm>
            <a:off x="7416000" y="6516538"/>
            <a:ext cx="1188000" cy="324000"/>
          </a:xfrm>
          <a:prstGeom prst="rect">
            <a:avLst/>
          </a:prstGeom>
        </p:spPr>
        <p:txBody>
          <a:bodyPr vert="horz" lIns="36000" tIns="0" rIns="36000" bIns="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5F9EC335-94D6-4E00-B8F4-5BECE9693269}" type="datetime1">
              <a:rPr lang="de-DE" noProof="0" smtClean="0"/>
              <a:t>01.07.2026</a:t>
            </a:fld>
            <a:endParaRPr lang="en-US" noProof="0" dirty="0"/>
          </a:p>
        </p:txBody>
      </p:sp>
      <p:cxnSp>
        <p:nvCxnSpPr>
          <p:cNvPr id="21" name="Gerade Verbindung 20"/>
          <p:cNvCxnSpPr/>
          <p:nvPr/>
        </p:nvCxnSpPr>
        <p:spPr>
          <a:xfrm>
            <a:off x="7380000" y="6516000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/>
          <p:cNvCxnSpPr/>
          <p:nvPr/>
        </p:nvCxnSpPr>
        <p:spPr>
          <a:xfrm>
            <a:off x="8640000" y="6516000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0"/>
          <p:cNvCxnSpPr/>
          <p:nvPr userDrawn="1"/>
        </p:nvCxnSpPr>
        <p:spPr>
          <a:xfrm>
            <a:off x="8640000" y="6516000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/>
          <p:nvPr userDrawn="1"/>
        </p:nvCxnSpPr>
        <p:spPr>
          <a:xfrm>
            <a:off x="9900000" y="6516000"/>
            <a:ext cx="0" cy="324000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359999" y="1223963"/>
            <a:ext cx="11449413" cy="5040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 noProof="0" dirty="0" err="1"/>
              <a:t>Stichpunkt</a:t>
            </a:r>
            <a:r>
              <a:rPr lang="en-US" noProof="0" dirty="0"/>
              <a:t>, Level 1, Arial 16pt</a:t>
            </a:r>
          </a:p>
          <a:p>
            <a:pPr lvl="1"/>
            <a:r>
              <a:rPr lang="en-US" noProof="0" dirty="0" err="1"/>
              <a:t>Stichpunkt</a:t>
            </a:r>
            <a:r>
              <a:rPr lang="en-US" noProof="0" dirty="0"/>
              <a:t>, Level 2, Arial 16pt</a:t>
            </a:r>
          </a:p>
          <a:p>
            <a:pPr lvl="2"/>
            <a:r>
              <a:rPr lang="en-US" noProof="0" dirty="0" err="1"/>
              <a:t>Stichpunkt</a:t>
            </a:r>
            <a:r>
              <a:rPr lang="en-US" noProof="0" dirty="0"/>
              <a:t>, Level 3, Arial 16pt</a:t>
            </a:r>
          </a:p>
          <a:p>
            <a:pPr lvl="3"/>
            <a:r>
              <a:rPr lang="en-US" noProof="0" dirty="0" err="1"/>
              <a:t>Stichpunkt</a:t>
            </a:r>
            <a:r>
              <a:rPr lang="en-US" noProof="0" dirty="0"/>
              <a:t>, Level 4, Arial 16pt</a:t>
            </a:r>
          </a:p>
          <a:p>
            <a:pPr lvl="4"/>
            <a:r>
              <a:rPr lang="en-US" noProof="0" dirty="0" err="1"/>
              <a:t>Stichpunkt</a:t>
            </a:r>
            <a:r>
              <a:rPr lang="en-US" noProof="0" dirty="0"/>
              <a:t>, Level 5, Arial 16pt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661DE3-94E3-41A8-A426-20891454D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516000"/>
            <a:ext cx="6984000" cy="324000"/>
          </a:xfrm>
          <a:prstGeom prst="rect">
            <a:avLst/>
          </a:prstGeom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Grenzebach Gruppe | Unternehmenspräsentation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45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5" r:id="rId3"/>
    <p:sldLayoutId id="2147483692" r:id="rId4"/>
    <p:sldLayoutId id="2147483705" r:id="rId5"/>
    <p:sldLayoutId id="2147483695" r:id="rId6"/>
    <p:sldLayoutId id="2147483696" r:id="rId7"/>
    <p:sldLayoutId id="2147483697" r:id="rId8"/>
    <p:sldLayoutId id="2147483672" r:id="rId9"/>
    <p:sldLayoutId id="2147483698" r:id="rId10"/>
    <p:sldLayoutId id="2147483704" r:id="rId11"/>
    <p:sldLayoutId id="2147483707" r:id="rId12"/>
    <p:sldLayoutId id="2147483706" r:id="rId13"/>
    <p:sldLayoutId id="2147483701" r:id="rId14"/>
    <p:sldLayoutId id="2147483700" r:id="rId15"/>
    <p:sldLayoutId id="2147483693" r:id="rId16"/>
    <p:sldLayoutId id="2147483681" r:id="rId17"/>
    <p:sldLayoutId id="2147483703" r:id="rId18"/>
  </p:sldLayoutIdLst>
  <p:hf hdr="0"/>
  <p:txStyles>
    <p:titleStyle>
      <a:lvl1pPr algn="l" defTabSz="608056" rtl="0" eaLnBrk="1" latinLnBrk="0" hangingPunct="1">
        <a:spcBef>
          <a:spcPct val="0"/>
        </a:spcBef>
        <a:buNone/>
        <a:defRPr lang="de-DE" sz="2200" b="1" kern="120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180000" indent="-180000" algn="l" defTabSz="608056" rtl="0" eaLnBrk="1" latinLnBrk="0" hangingPunct="1">
        <a:spcBef>
          <a:spcPts val="300"/>
        </a:spcBef>
        <a:buClr>
          <a:schemeClr val="accent1"/>
        </a:buClr>
        <a:buFont typeface="Arial" panose="020B0604020202020204" pitchFamily="34" charset="0"/>
        <a:buChar char="»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32000" indent="-180000" algn="l" defTabSz="608056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180000" algn="l" defTabSz="608056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00000" indent="-180000" algn="l" defTabSz="608056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188000" indent="-252000" algn="l" defTabSz="608056" rtl="0" eaLnBrk="1" latinLnBrk="0" hangingPunct="1"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3344306" indent="-304028" algn="l" defTabSz="608056" rtl="0" eaLnBrk="1" latinLnBrk="0" hangingPunct="1">
        <a:spcBef>
          <a:spcPct val="20000"/>
        </a:spcBef>
        <a:buFont typeface="Arial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6pPr>
      <a:lvl7pPr marL="3952360" indent="-304028" algn="l" defTabSz="608056" rtl="0" eaLnBrk="1" latinLnBrk="0" hangingPunct="1">
        <a:spcBef>
          <a:spcPct val="20000"/>
        </a:spcBef>
        <a:buFont typeface="Arial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7pPr>
      <a:lvl8pPr marL="4560416" indent="-304028" algn="l" defTabSz="608056" rtl="0" eaLnBrk="1" latinLnBrk="0" hangingPunct="1">
        <a:spcBef>
          <a:spcPct val="20000"/>
        </a:spcBef>
        <a:buFont typeface="Arial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8pPr>
      <a:lvl9pPr marL="5168472" indent="-304028" algn="l" defTabSz="608056" rtl="0" eaLnBrk="1" latinLnBrk="0" hangingPunct="1">
        <a:spcBef>
          <a:spcPct val="20000"/>
        </a:spcBef>
        <a:buFont typeface="Arial"/>
        <a:buChar char="•"/>
        <a:defRPr sz="26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1pPr>
      <a:lvl2pPr marL="608056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2pPr>
      <a:lvl3pPr marL="1216111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3pPr>
      <a:lvl4pPr marL="1824167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4pPr>
      <a:lvl5pPr marL="2432222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5pPr>
      <a:lvl6pPr marL="3040278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6pPr>
      <a:lvl7pPr marL="3648334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7pPr>
      <a:lvl8pPr marL="4256388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8pPr>
      <a:lvl9pPr marL="4864444" algn="l" defTabSz="608056" rtl="0" eaLnBrk="1" latinLnBrk="0" hangingPunct="1">
        <a:defRPr sz="23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1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39" userDrawn="1">
          <p15:clr>
            <a:srgbClr val="F26B43"/>
          </p15:clr>
        </p15:guide>
        <p15:guide id="4" orient="horz" pos="544" userDrawn="1">
          <p15:clr>
            <a:srgbClr val="F26B43"/>
          </p15:clr>
        </p15:guide>
        <p15:guide id="5" orient="horz" pos="3946" userDrawn="1">
          <p15:clr>
            <a:srgbClr val="F26B43"/>
          </p15:clr>
        </p15:guide>
        <p15:guide id="6" pos="38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laulwduf.blob.core.windows.net/keg1xvqrkr/brain-anatomy-ct-scan-annotated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nbooks.org/Articles/How-to-plot-visualize-a-neural-network-in-python-using-Graphviz-/" TargetMode="External"/><Relationship Id="rId2" Type="http://schemas.openxmlformats.org/officeDocument/2006/relationships/image" Target="../media/image10.822753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quantum-journal.org/papers/q-2020-10-09-340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908129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ago.com/academy/how-to-create-graphs-diagrams-or-images-in-a-research-paper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cho-intensiv.d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reativecommons.org/licenses/by-nc-nd/3.0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de-de/foto/fazit-wort-aus-gelben-kacheln-1888005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407E735-0770-468C-A387-5DEFE7E20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134B22-5207-4F43-92F1-94D357D48F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Eine Präsentation von Luca Michael Schmidt für das Modul „Gesundheitstechnik“</a:t>
            </a:r>
          </a:p>
        </p:txBody>
      </p:sp>
    </p:spTree>
    <p:extLst>
      <p:ext uri="{BB962C8B-B14F-4D97-AF65-F5344CB8AC3E}">
        <p14:creationId xmlns:p14="http://schemas.microsoft.com/office/powerpoint/2010/main" val="339371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39681F0-22A4-403D-B708-85AB84A6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FDDD-62E7-4C67-8032-EBF465CD0041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D8FED6B-E1EF-49E8-8B23-A0AFFF29B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2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1A6351-DB11-4ACE-80CA-4FECB3089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F75F670-9D0B-4756-9A03-1ACB80D45A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38E059E7-305B-4EE3-A2A0-F9BFDFF6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6000"/>
            <a:ext cx="9000000" cy="648000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135CF4C2-F208-4F5D-B03C-E19C7DECE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999" y="900000"/>
            <a:ext cx="11449413" cy="288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3" name="Inhaltsplatzhalter 4">
            <a:extLst>
              <a:ext uri="{FF2B5EF4-FFF2-40B4-BE49-F238E27FC236}">
                <a16:creationId xmlns:a16="http://schemas.microsoft.com/office/drawing/2014/main" id="{5489E90C-C701-420C-9F33-111D4245819B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11455400" cy="386113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180000" indent="-180000" algn="l" defTabSz="608056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32000" indent="-180000" algn="l" defTabSz="608056" rtl="0" eaLnBrk="1" latinLnBrk="0" hangingPunct="1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180000" algn="l" defTabSz="608056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00000" indent="-180000" algn="l" defTabSz="608056" rtl="0" eaLnBrk="1" latinLnBrk="0" hangingPunct="1">
              <a:spcBef>
                <a:spcPts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88000" indent="-252000" algn="l" defTabSz="608056" rtl="0" eaLnBrk="1" latinLnBrk="0" hangingPunct="1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344306" indent="-304028" algn="l" defTabSz="608056" rtl="0" eaLnBrk="1" latinLnBrk="0" hangingPunct="1">
              <a:spcBef>
                <a:spcPct val="20000"/>
              </a:spcBef>
              <a:buFont typeface="Arial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2360" indent="-304028" algn="l" defTabSz="608056" rtl="0" eaLnBrk="1" latinLnBrk="0" hangingPunct="1">
              <a:spcBef>
                <a:spcPct val="20000"/>
              </a:spcBef>
              <a:buFont typeface="Arial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0416" indent="-304028" algn="l" defTabSz="608056" rtl="0" eaLnBrk="1" latinLnBrk="0" hangingPunct="1">
              <a:spcBef>
                <a:spcPct val="20000"/>
              </a:spcBef>
              <a:buFont typeface="Arial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68472" indent="-304028" algn="l" defTabSz="608056" rtl="0" eaLnBrk="1" latinLnBrk="0" hangingPunct="1">
              <a:spcBef>
                <a:spcPct val="20000"/>
              </a:spcBef>
              <a:buFont typeface="Arial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r>
              <a:rPr lang="de-DE" sz="1600" dirty="0"/>
              <a:t>|	PROBLEMSTELLUNG</a:t>
            </a:r>
            <a:endParaRPr lang="de-DE" dirty="0"/>
          </a:p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r>
              <a:rPr lang="de-DE" sz="1600" dirty="0"/>
              <a:t>|	TECHNISCHE GRUNDLAGEN </a:t>
            </a:r>
          </a:p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r>
              <a:rPr lang="de-DE" sz="1600" dirty="0"/>
              <a:t>|	METHODISCHER TRANSFER</a:t>
            </a:r>
            <a:endParaRPr lang="de-DE" sz="1600" dirty="0">
              <a:cs typeface="Arial"/>
            </a:endParaRPr>
          </a:p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r>
              <a:rPr lang="de-DE" sz="1600" dirty="0"/>
              <a:t>|	MESSBARKEIT &amp; EVIDENZ</a:t>
            </a:r>
          </a:p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r>
              <a:rPr lang="de-DE" sz="1600" dirty="0"/>
              <a:t>| FAZIT &amp; AUSBLICK</a:t>
            </a:r>
          </a:p>
          <a:p>
            <a:pPr marL="431800" indent="-359410">
              <a:lnSpc>
                <a:spcPct val="150000"/>
              </a:lnSpc>
              <a:buSzPct val="120000"/>
              <a:buFont typeface="Arial" panose="020B0604020202020204" pitchFamily="34" charset="0"/>
              <a:buAutoNum type="arabicPlain"/>
              <a:tabLst>
                <a:tab pos="576000" algn="l"/>
              </a:tabLst>
            </a:pPr>
            <a:endParaRPr lang="de-DE" sz="1600" dirty="0"/>
          </a:p>
          <a:p>
            <a:pPr marL="72390" indent="0">
              <a:lnSpc>
                <a:spcPct val="150000"/>
              </a:lnSpc>
              <a:buSzPct val="120000"/>
              <a:buNone/>
              <a:tabLst>
                <a:tab pos="576000" algn="l"/>
              </a:tabLst>
            </a:pPr>
            <a:endParaRPr lang="de-DE" sz="1600" dirty="0"/>
          </a:p>
          <a:p>
            <a:pPr marL="358140" indent="-285750">
              <a:lnSpc>
                <a:spcPct val="150000"/>
              </a:lnSpc>
              <a:buSzPct val="120000"/>
              <a:buFont typeface="Arial" panose="020B0604020202020204" pitchFamily="34" charset="0"/>
              <a:buChar char="•"/>
              <a:tabLst>
                <a:tab pos="576000" algn="l"/>
              </a:tabLst>
            </a:pPr>
            <a:r>
              <a:rPr lang="de-DE" sz="1600" dirty="0"/>
              <a:t>Fragen nach jeder Folie</a:t>
            </a:r>
          </a:p>
        </p:txBody>
      </p:sp>
    </p:spTree>
    <p:extLst>
      <p:ext uri="{BB962C8B-B14F-4D97-AF65-F5344CB8AC3E}">
        <p14:creationId xmlns:p14="http://schemas.microsoft.com/office/powerpoint/2010/main" val="311812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32DA6A-AF68-E54C-6783-B77559E76CE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4B6275-EFD4-4F66-AE2D-0D12191A52BA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06919F-272D-A41A-6998-318BC8C9F6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3</a:t>
            </a:fld>
            <a:endParaRPr lang="en-US" noProof="0" dirty="0"/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1ACCC7B7-67F4-73E6-7412-98B3A412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AACABF4F-95E1-9B92-EB97-F2CB23C3C1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Gemeinsamkeit: Anomalie-Erkennung in Bilddaten</a:t>
            </a:r>
          </a:p>
          <a:p>
            <a:endParaRPr lang="de-DE" dirty="0"/>
          </a:p>
          <a:p>
            <a:r>
              <a:rPr lang="de-DE" dirty="0"/>
              <a:t>Die Probleme in der Medizin</a:t>
            </a:r>
          </a:p>
          <a:p>
            <a:pPr lvl="1"/>
            <a:r>
              <a:rPr lang="de-DE" dirty="0"/>
              <a:t>Datenflut: Untersuchungsvolumen Wächst jährlich um 3%-5%</a:t>
            </a:r>
          </a:p>
          <a:p>
            <a:pPr lvl="1"/>
            <a:r>
              <a:rPr lang="de-DE" dirty="0"/>
              <a:t>Überlastung: 44%-65% der Radiologen zeigen Burnout Symptome</a:t>
            </a:r>
          </a:p>
          <a:p>
            <a:pPr lvl="1"/>
            <a:r>
              <a:rPr lang="de-DE" dirty="0"/>
              <a:t>Fehlerquote: Fehlbefunde durch eine aktuelle Arbeitslast von 121% des Normalwerts extrem angestiegen</a:t>
            </a:r>
          </a:p>
          <a:p>
            <a:pPr lvl="1"/>
            <a:endParaRPr lang="de-DE" dirty="0"/>
          </a:p>
          <a:p>
            <a:r>
              <a:rPr lang="de-DE" dirty="0"/>
              <a:t>Wie kann die Industrie helfen?</a:t>
            </a:r>
          </a:p>
          <a:p>
            <a:pPr lvl="1"/>
            <a:r>
              <a:rPr lang="de-DE" dirty="0"/>
              <a:t>Skalierungsprobleme bereits gelöst</a:t>
            </a:r>
          </a:p>
          <a:p>
            <a:pPr lvl="1"/>
            <a:r>
              <a:rPr lang="de-DE" dirty="0"/>
              <a:t>Automatisierung auf extrem hohem Niveau</a:t>
            </a:r>
          </a:p>
          <a:p>
            <a:pPr lvl="1"/>
            <a:r>
              <a:rPr lang="de-DE" dirty="0"/>
              <a:t>Effizientere Einsetzung des Personals</a:t>
            </a:r>
          </a:p>
          <a:p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C8DCF64-462D-6865-01A0-6D922F57C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4788128-00F3-A299-7017-934EFD126F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Bilder: Grenzebach BSH, Creative Commons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6A0AB54-2348-8EFC-F777-555297AF2D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AB634BC5-13F5-134C-D292-96138769F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8005" y="3344033"/>
            <a:ext cx="3891995" cy="2919429"/>
          </a:xfrm>
          <a:prstGeom prst="rect">
            <a:avLst/>
          </a:prstGeom>
        </p:spPr>
      </p:pic>
      <p:pic>
        <p:nvPicPr>
          <p:cNvPr id="37" name="Inhaltsplatzhalter 36">
            <a:extLst>
              <a:ext uri="{FF2B5EF4-FFF2-40B4-BE49-F238E27FC236}">
                <a16:creationId xmlns:a16="http://schemas.microsoft.com/office/drawing/2014/main" id="{813FB087-4D76-CA02-C1D1-00205F8D492E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4"/>
          <a:srcRect t="5160" r="2503"/>
          <a:stretch>
            <a:fillRect/>
          </a:stretch>
        </p:blipFill>
        <p:spPr>
          <a:xfrm>
            <a:off x="274338" y="1223999"/>
            <a:ext cx="5640086" cy="28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9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8FDAC244-5757-EB10-314B-F016308702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551" b="7551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AE9311-A61F-2670-1600-9B2F02CD0D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223963"/>
            <a:ext cx="12168188" cy="5040312"/>
          </a:xfrm>
        </p:spPr>
        <p:txBody>
          <a:bodyPr/>
          <a:lstStyle/>
          <a:p>
            <a:r>
              <a:rPr lang="de-DE" dirty="0"/>
              <a:t>Technische Grundlagen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B3B21F-141B-C54A-896C-86D059BA2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4</a:t>
            </a:fld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90410B-FFCC-4840-35C5-895BDE52BF0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7E0440-E470-452B-8353-F729DEF54E7D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67CF2B-C90C-7EED-CF16-3E06F1EDFC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</p:spTree>
    <p:extLst>
      <p:ext uri="{BB962C8B-B14F-4D97-AF65-F5344CB8AC3E}">
        <p14:creationId xmlns:p14="http://schemas.microsoft.com/office/powerpoint/2010/main" val="121493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C96345B-4BFC-ACF4-A6E2-BF99FAEAF6C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F05C8FA-13F3-4515-BBCE-036FB95785D4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34BB6C7-D505-BD34-6B8D-A236D8BEF44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8AAFC02-3ABF-57FD-A22F-53ECD563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Grundlage: </a:t>
            </a:r>
            <a:r>
              <a:rPr lang="de-DE" dirty="0" err="1"/>
              <a:t>Convolutional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 (CNN)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D53C9B-6213-A80B-036A-61803B796C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Definition</a:t>
            </a:r>
          </a:p>
          <a:p>
            <a:pPr lvl="1"/>
            <a:r>
              <a:rPr lang="de-DE" dirty="0"/>
              <a:t>Spezifisches neuronales Netz zur Bildverarbeitung</a:t>
            </a:r>
          </a:p>
          <a:p>
            <a:pPr lvl="1"/>
            <a:endParaRPr lang="de-DE" dirty="0"/>
          </a:p>
          <a:p>
            <a:r>
              <a:rPr lang="de-DE" dirty="0"/>
              <a:t>Feature Extraktion (Schichten)</a:t>
            </a:r>
          </a:p>
          <a:p>
            <a:pPr lvl="1"/>
            <a:r>
              <a:rPr lang="de-DE" dirty="0"/>
              <a:t>Frühe Layer: Erkennung von Kanten &amp; Kontrasten</a:t>
            </a:r>
          </a:p>
          <a:p>
            <a:pPr lvl="1"/>
            <a:r>
              <a:rPr lang="de-DE" dirty="0"/>
              <a:t>Mittlere Layer: Texturen &amp; geometrische Formen</a:t>
            </a:r>
          </a:p>
          <a:p>
            <a:pPr lvl="1"/>
            <a:r>
              <a:rPr lang="de-DE" dirty="0"/>
              <a:t>Tiefe Layer: Semantische Erkennung von Mustern</a:t>
            </a:r>
          </a:p>
          <a:p>
            <a:pPr lvl="1"/>
            <a:endParaRPr lang="de-DE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6233D41F-B89C-0BA4-8F8B-72C217E7E257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60363" y="2863423"/>
            <a:ext cx="5724525" cy="1761392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F497CB3-FADD-08C0-D9E2-270B3FA50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82E3FF-944A-5E2C-FBAE-70754C7D09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Bilder: Creative Commons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DBD5A40-941F-C457-82A7-3A14C423A5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32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90BF9-03D9-04DB-2252-3CE23A2D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627B21-1A20-B5A5-46A0-56A859B98CA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F05C8FA-13F3-4515-BBCE-036FB95785D4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0A48ABA-1605-E036-1486-1314DDB94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6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F81AFF7-8CAB-36DA-2171-45C60A75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Grundlage: Transfer Learning &amp; Fine-Tuning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21B4C99-6CD0-F46C-9839-AC76844AFB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Probleme</a:t>
            </a:r>
          </a:p>
          <a:p>
            <a:pPr lvl="1"/>
            <a:r>
              <a:rPr lang="de-DE" dirty="0"/>
              <a:t>DSGVO: Trainingsdaten zu bekommen wird erschwert</a:t>
            </a:r>
          </a:p>
          <a:p>
            <a:pPr lvl="1"/>
            <a:r>
              <a:rPr lang="de-DE" dirty="0"/>
              <a:t>Datenmangel: Nicht genug Daten für sehr gutes Training</a:t>
            </a:r>
          </a:p>
          <a:p>
            <a:pPr lvl="1"/>
            <a:endParaRPr lang="de-DE" dirty="0"/>
          </a:p>
          <a:p>
            <a:r>
              <a:rPr lang="de-DE" dirty="0"/>
              <a:t>Lösung</a:t>
            </a:r>
          </a:p>
          <a:p>
            <a:pPr lvl="1"/>
            <a:r>
              <a:rPr lang="de-DE" dirty="0"/>
              <a:t>Pre-Training: Modell lernt Basisstrukturen an allgemeinen Bildern</a:t>
            </a:r>
          </a:p>
          <a:p>
            <a:pPr lvl="1"/>
            <a:r>
              <a:rPr lang="de-DE" dirty="0"/>
              <a:t>Fine-Tuning: Nur die letzte Schicht wird mit medizinischen Daten spezialisiert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9547EEF8-6D4D-DB56-DBA8-72BB2B0486EE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58776" y="2025810"/>
            <a:ext cx="5724525" cy="3077369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A486C25-64A4-3826-E504-2D46E3299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C2D7707-9B02-DD85-7ECF-5F168281D3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Bilder: Creative Commons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F5C2A14-0066-2982-2064-C0650B070E3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54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9079-837C-A8CC-0FE1-C9455FCC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77AF9F65-D979-560F-10E8-FF8735FB66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2385" b="22385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69C4C5-F79E-D9B3-F8D8-9E627039D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223963"/>
            <a:ext cx="12168188" cy="5040312"/>
          </a:xfrm>
        </p:spPr>
        <p:txBody>
          <a:bodyPr/>
          <a:lstStyle/>
          <a:p>
            <a:r>
              <a:rPr lang="de-DE" dirty="0"/>
              <a:t>Methodischer Transfer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191B0-B90B-CBEF-BB88-A2890D7CF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7</a:t>
            </a:fld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C9C754-C680-EDEE-35CC-E8D4EEBBC8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7E0440-E470-452B-8353-F729DEF54E7D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B97156-7BD6-1044-C8A1-5C63B0CDB4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</p:spTree>
    <p:extLst>
      <p:ext uri="{BB962C8B-B14F-4D97-AF65-F5344CB8AC3E}">
        <p14:creationId xmlns:p14="http://schemas.microsoft.com/office/powerpoint/2010/main" val="35667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12AAE5-57B8-FBD1-42F7-96E8315A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C420-C51F-4728-ADE5-BBFA992F01D6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3B8721-7902-2C8C-7445-8348AAFE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8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F632A1-75BE-1604-C63F-A7F656C36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5BC11A1-8DB4-BDC3-A5F6-146E0041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Transfer zwischen Projekt „ROSI“ &amp; der Medizin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3459018-64F6-5B02-427E-1CBA3E782E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7B00ADD-CC5F-4E64-81C7-50D74771A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A72800-8299-257F-E2B4-21DF6FC617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Industrie (ROSI)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Input</a:t>
            </a:r>
          </a:p>
          <a:p>
            <a:pPr lvl="1"/>
            <a:r>
              <a:rPr lang="de-DE" dirty="0"/>
              <a:t>Kamera</a:t>
            </a:r>
          </a:p>
          <a:p>
            <a:pPr lvl="1"/>
            <a:r>
              <a:rPr lang="de-DE" dirty="0"/>
              <a:t>Sensoren</a:t>
            </a:r>
          </a:p>
          <a:p>
            <a:pPr lvl="1"/>
            <a:endParaRPr lang="de-DE" dirty="0"/>
          </a:p>
          <a:p>
            <a:r>
              <a:rPr lang="de-DE" dirty="0"/>
              <a:t>Klassen</a:t>
            </a:r>
          </a:p>
          <a:p>
            <a:pPr lvl="1"/>
            <a:r>
              <a:rPr lang="de-DE" dirty="0"/>
              <a:t>Risse</a:t>
            </a:r>
          </a:p>
          <a:p>
            <a:pPr lvl="1"/>
            <a:r>
              <a:rPr lang="de-DE" dirty="0"/>
              <a:t>Löcher</a:t>
            </a:r>
          </a:p>
          <a:p>
            <a:pPr lvl="1"/>
            <a:r>
              <a:rPr lang="de-DE" dirty="0"/>
              <a:t>Verfärbung</a:t>
            </a:r>
          </a:p>
          <a:p>
            <a:pPr lvl="1"/>
            <a:r>
              <a:rPr lang="de-DE" dirty="0"/>
              <a:t>Rauheit</a:t>
            </a:r>
          </a:p>
          <a:p>
            <a:pPr lvl="1"/>
            <a:r>
              <a:rPr lang="de-DE" dirty="0"/>
              <a:t>…</a:t>
            </a:r>
          </a:p>
          <a:p>
            <a:pPr lvl="1"/>
            <a:endParaRPr lang="de-DE" dirty="0"/>
          </a:p>
          <a:p>
            <a:r>
              <a:rPr lang="de-DE" dirty="0"/>
              <a:t>Output</a:t>
            </a:r>
          </a:p>
          <a:p>
            <a:pPr lvl="1"/>
            <a:r>
              <a:rPr lang="de-DE" dirty="0"/>
              <a:t>Defekttypen</a:t>
            </a:r>
          </a:p>
          <a:p>
            <a:pPr lvl="1"/>
            <a:r>
              <a:rPr lang="de-DE" dirty="0"/>
              <a:t>Subklassifikation</a:t>
            </a:r>
          </a:p>
          <a:p>
            <a:pPr lvl="1"/>
            <a:r>
              <a:rPr lang="de-DE" dirty="0"/>
              <a:t>(Regelentscheid)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DAB3772-821D-D575-1BB3-F6E4FF0760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Medizin (Radiologie)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Input</a:t>
            </a:r>
          </a:p>
          <a:p>
            <a:pPr lvl="1"/>
            <a:r>
              <a:rPr lang="de-DE" dirty="0"/>
              <a:t>MRT-Scan</a:t>
            </a:r>
          </a:p>
          <a:p>
            <a:pPr lvl="1"/>
            <a:r>
              <a:rPr lang="de-DE" dirty="0"/>
              <a:t>CT-Scan</a:t>
            </a:r>
          </a:p>
          <a:p>
            <a:pPr lvl="1"/>
            <a:endParaRPr lang="de-DE" dirty="0"/>
          </a:p>
          <a:p>
            <a:r>
              <a:rPr lang="de-DE" dirty="0"/>
              <a:t>Klassen</a:t>
            </a:r>
          </a:p>
          <a:p>
            <a:pPr lvl="1"/>
            <a:r>
              <a:rPr lang="de-DE" dirty="0"/>
              <a:t>Tumore</a:t>
            </a:r>
          </a:p>
          <a:p>
            <a:pPr lvl="1"/>
            <a:r>
              <a:rPr lang="de-DE" dirty="0"/>
              <a:t>Läsionen</a:t>
            </a:r>
          </a:p>
          <a:p>
            <a:pPr lvl="1"/>
            <a:r>
              <a:rPr lang="de-DE" dirty="0"/>
              <a:t>Frakturen</a:t>
            </a:r>
          </a:p>
          <a:p>
            <a:pPr lvl="1"/>
            <a:r>
              <a:rPr lang="de-DE" dirty="0"/>
              <a:t>…</a:t>
            </a:r>
          </a:p>
          <a:p>
            <a:pPr lvl="1"/>
            <a:endParaRPr lang="de-DE" dirty="0"/>
          </a:p>
          <a:p>
            <a:r>
              <a:rPr lang="de-DE" dirty="0"/>
              <a:t>Output</a:t>
            </a:r>
          </a:p>
          <a:p>
            <a:pPr lvl="1"/>
            <a:r>
              <a:rPr lang="de-DE" dirty="0"/>
              <a:t>Befunde</a:t>
            </a:r>
          </a:p>
          <a:p>
            <a:pPr lvl="1"/>
            <a:r>
              <a:rPr lang="de-DE" dirty="0"/>
              <a:t>(Diagnoseempfehlung)</a:t>
            </a:r>
          </a:p>
        </p:txBody>
      </p:sp>
    </p:spTree>
    <p:extLst>
      <p:ext uri="{BB962C8B-B14F-4D97-AF65-F5344CB8AC3E}">
        <p14:creationId xmlns:p14="http://schemas.microsoft.com/office/powerpoint/2010/main" val="337889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EB86-68A0-22B8-9469-3A7A3459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6BDFE1EE-4D0F-9945-73EE-D63069C9C88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17" r="1717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DABB1E-7FE2-3BE7-586B-6726FAB984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223963"/>
            <a:ext cx="12168188" cy="5040312"/>
          </a:xfrm>
        </p:spPr>
        <p:txBody>
          <a:bodyPr/>
          <a:lstStyle/>
          <a:p>
            <a:r>
              <a:rPr lang="de-DE" dirty="0"/>
              <a:t>Messbarkeit &amp; Evidenz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2CD713-61A4-7087-5F5D-AC71962EC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9</a:t>
            </a:fld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395DEB-D9A4-AAC2-2468-3CA2B7A5FA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7E0440-E470-452B-8353-F729DEF54E7D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C016BB-BDFA-AF4A-80C4-855D7E0580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</p:spTree>
    <p:extLst>
      <p:ext uri="{BB962C8B-B14F-4D97-AF65-F5344CB8AC3E}">
        <p14:creationId xmlns:p14="http://schemas.microsoft.com/office/powerpoint/2010/main" val="3873885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72C62CB-FB73-25A2-DFCE-B594A21628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9999" y="1422875"/>
            <a:ext cx="5256213" cy="4645025"/>
          </a:xfrm>
        </p:spPr>
        <p:txBody>
          <a:bodyPr/>
          <a:lstStyle/>
          <a:p>
            <a:r>
              <a:rPr lang="de-DE" dirty="0"/>
              <a:t>Metrik</a:t>
            </a:r>
          </a:p>
          <a:p>
            <a:pPr lvl="1"/>
            <a:r>
              <a:rPr lang="de-DE" dirty="0"/>
              <a:t>F1-Score (Treffer vs. Fehlalarm)</a:t>
            </a:r>
          </a:p>
          <a:p>
            <a:pPr lvl="1"/>
            <a:endParaRPr lang="de-DE" dirty="0"/>
          </a:p>
          <a:p>
            <a:r>
              <a:rPr lang="de-DE" dirty="0"/>
              <a:t>Benchmark (Stanford „</a:t>
            </a:r>
            <a:r>
              <a:rPr lang="de-DE" dirty="0" err="1"/>
              <a:t>CheXNet</a:t>
            </a:r>
            <a:r>
              <a:rPr lang="de-DE" dirty="0"/>
              <a:t>“)</a:t>
            </a:r>
          </a:p>
          <a:p>
            <a:pPr lvl="1"/>
            <a:r>
              <a:rPr lang="de-DE" dirty="0"/>
              <a:t>Erkennung von Lungenentzündungen auf Röntgenbildern</a:t>
            </a:r>
          </a:p>
          <a:p>
            <a:pPr lvl="1"/>
            <a:endParaRPr lang="de-DE" dirty="0"/>
          </a:p>
          <a:p>
            <a:r>
              <a:rPr lang="de-DE" dirty="0"/>
              <a:t>Ergebnis</a:t>
            </a:r>
          </a:p>
          <a:p>
            <a:pPr lvl="1"/>
            <a:r>
              <a:rPr lang="de-DE" dirty="0"/>
              <a:t>F1 = 0,435 (KI)</a:t>
            </a:r>
          </a:p>
          <a:p>
            <a:pPr lvl="1"/>
            <a:r>
              <a:rPr lang="de-DE" dirty="0"/>
              <a:t>F1 = 0,387 (Fachradiologen)</a:t>
            </a:r>
          </a:p>
          <a:p>
            <a:pPr lvl="1"/>
            <a:endParaRPr lang="de-DE" dirty="0"/>
          </a:p>
          <a:p>
            <a:r>
              <a:rPr lang="de-DE" dirty="0"/>
              <a:t>Fazit</a:t>
            </a:r>
          </a:p>
          <a:p>
            <a:pPr lvl="1"/>
            <a:r>
              <a:rPr lang="de-DE" dirty="0"/>
              <a:t>KI übertrifft den Fachradiologen im F1-Score</a:t>
            </a:r>
          </a:p>
        </p:txBody>
      </p:sp>
      <p:pic>
        <p:nvPicPr>
          <p:cNvPr id="10" name="Bildplatzhalter 9">
            <a:extLst>
              <a:ext uri="{FF2B5EF4-FFF2-40B4-BE49-F238E27FC236}">
                <a16:creationId xmlns:a16="http://schemas.microsoft.com/office/drawing/2014/main" id="{76629E5E-3DA2-85B7-AC4D-E60FA173A83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761" b="5761"/>
          <a:stretch>
            <a:fillRect/>
          </a:stretch>
        </p:blipFill>
        <p:spPr>
          <a:xfrm>
            <a:off x="6084888" y="1423988"/>
            <a:ext cx="5726112" cy="4643437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F24D382E-340D-85D2-92A7-F0F7ACAF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Evidenz Ebene 1: Modell Genauigkeit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1ABAA-882C-B57A-393D-45401073A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6DABE92-2DFC-BF04-BD58-628D5C3D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5E26E-1F83-49CC-8AFB-E7A91C694399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59F043-7FDC-479C-5093-278A56BD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10</a:t>
            </a:fld>
            <a:endParaRPr lang="en-US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30190B8-3108-7E90-7044-4E27B958D8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60A2BD6-BC2E-872D-DB92-377146D42DF1}"/>
              </a:ext>
            </a:extLst>
          </p:cNvPr>
          <p:cNvSpPr txBox="1"/>
          <p:nvPr/>
        </p:nvSpPr>
        <p:spPr>
          <a:xfrm>
            <a:off x="6084888" y="6067425"/>
            <a:ext cx="572611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de-DE" sz="900"/>
              <a:t>"</a:t>
            </a:r>
            <a:r>
              <a:rPr lang="de-DE" sz="900">
                <a:hlinkClick r:id="rId3" tooltip="https://echo-intensiv.de/"/>
              </a:rPr>
              <a:t>Dieses Foto</a:t>
            </a:r>
            <a:r>
              <a:rPr lang="de-DE" sz="900"/>
              <a:t>" von Unbekannter Autor ist lizenziert gemäß </a:t>
            </a:r>
            <a:r>
              <a:rPr lang="de-DE" sz="900">
                <a:hlinkClick r:id="rId4" tooltip="https://creativecommons.org/licenses/by-nc-nd/3.0/"/>
              </a:rPr>
              <a:t>CC BY-NC-ND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66605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00222A-BAA8-95F6-107E-ECE05101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3C41-B64C-4DDC-9079-538D565A510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AF3851-11B3-2955-DFF0-31BCDFA8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11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23453A-0882-A1CC-392E-D913A48DD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C1236E9-ED85-6DCD-DFFB-6393B943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Evidenz Ebene 2: Klinische Effizienz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B999C8B-EECE-4FFC-DAE6-936DB65A9C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046B345-8ED4-A290-9E62-A91D3E8E4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5D755A-0CC2-6DDA-C089-CE7EC3E63D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Konzept &amp; Integration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Rollenverteilung in der Diagnostik</a:t>
            </a:r>
          </a:p>
          <a:p>
            <a:pPr lvl="1"/>
            <a:r>
              <a:rPr lang="de-DE" dirty="0"/>
              <a:t>KI übernimmt die Vorselektion (</a:t>
            </a:r>
            <a:r>
              <a:rPr lang="de-DE" dirty="0" err="1"/>
              <a:t>Bounding</a:t>
            </a:r>
            <a:r>
              <a:rPr lang="de-DE" dirty="0"/>
              <a:t> Boxes, </a:t>
            </a:r>
            <a:r>
              <a:rPr lang="de-DE" dirty="0" err="1"/>
              <a:t>Heatmaps</a:t>
            </a:r>
            <a:r>
              <a:rPr lang="de-DE" dirty="0"/>
              <a:t>, …)</a:t>
            </a:r>
          </a:p>
          <a:p>
            <a:pPr lvl="1"/>
            <a:r>
              <a:rPr lang="de-DE" dirty="0"/>
              <a:t>Facharzt trifft die finale Entscheidung (Human-in-</a:t>
            </a:r>
            <a:r>
              <a:rPr lang="de-DE" dirty="0" err="1"/>
              <a:t>the</a:t>
            </a:r>
            <a:r>
              <a:rPr lang="de-DE" dirty="0"/>
              <a:t>-Loop)</a:t>
            </a:r>
          </a:p>
          <a:p>
            <a:pPr lvl="1"/>
            <a:endParaRPr lang="de-DE" dirty="0"/>
          </a:p>
          <a:p>
            <a:r>
              <a:rPr lang="de-DE" dirty="0"/>
              <a:t>Burnout-Prävention</a:t>
            </a:r>
          </a:p>
          <a:p>
            <a:pPr lvl="1"/>
            <a:r>
              <a:rPr lang="de-DE" dirty="0"/>
              <a:t>Wirkt der massiven Überlastung entgegen (44%-65% der Radiologen Betroffen)</a:t>
            </a:r>
          </a:p>
          <a:p>
            <a:pPr lvl="1"/>
            <a:r>
              <a:rPr lang="de-DE" dirty="0"/>
              <a:t>Verhindert Diagnosefehler, die typischerweise bei &gt;120% Arbeitslast auftreten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137C735-CF09-46AC-B9A0-70F6A3189B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Messbare Effekte &amp; Evidenz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Sensitivitätssteigerung</a:t>
            </a:r>
          </a:p>
          <a:p>
            <a:pPr lvl="1"/>
            <a:r>
              <a:rPr lang="de-DE" dirty="0"/>
              <a:t>Faktor 1,12 (+12% mehr erkannte Tumore, belegt an Brustkrebsscreening-Daten)</a:t>
            </a:r>
          </a:p>
          <a:p>
            <a:pPr lvl="1"/>
            <a:r>
              <a:rPr lang="de-DE" dirty="0"/>
              <a:t>Minimierung von Falsch-Negativ-Befunden</a:t>
            </a:r>
          </a:p>
          <a:p>
            <a:pPr lvl="1"/>
            <a:endParaRPr lang="de-DE" dirty="0"/>
          </a:p>
          <a:p>
            <a:r>
              <a:rPr lang="de-DE" dirty="0"/>
              <a:t>Effizienzgewinn</a:t>
            </a:r>
          </a:p>
          <a:p>
            <a:pPr lvl="1"/>
            <a:r>
              <a:rPr lang="de-DE" dirty="0"/>
              <a:t>Reduktion der </a:t>
            </a:r>
            <a:r>
              <a:rPr lang="de-DE" dirty="0" err="1"/>
              <a:t>Befundungszeit</a:t>
            </a:r>
            <a:r>
              <a:rPr lang="de-DE" dirty="0"/>
              <a:t> pro Patienten um circa 44%</a:t>
            </a:r>
          </a:p>
          <a:p>
            <a:pPr lvl="1"/>
            <a:r>
              <a:rPr lang="de-DE" dirty="0"/>
              <a:t>Ermöglicht Bewältigung des jährlich wachsenden Untersuchungsvolumens</a:t>
            </a:r>
          </a:p>
        </p:txBody>
      </p:sp>
    </p:spTree>
    <p:extLst>
      <p:ext uri="{BB962C8B-B14F-4D97-AF65-F5344CB8AC3E}">
        <p14:creationId xmlns:p14="http://schemas.microsoft.com/office/powerpoint/2010/main" val="97977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8225-7ECC-5F02-5937-2D53DC94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65205B6-41D4-2D4C-DF31-DACDE74D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AC420-C51F-4728-ADE5-BBFA992F01D6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7910DA1-8B2B-731B-7992-4B5FB69E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12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984-0D9A-1948-45DA-1F0FE5729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ED36B92-2ADC-0C20-91AD-4A9598BD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Evidenz Ebene 3: IT-Souveränität &amp; Infrastruktur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07BAA11-A724-15CF-1565-C75B6001D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A4F09E1-9394-C85A-2957-563D29B9B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CCCF7FC-BE82-4C90-FF72-1EB8E37796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Das Risiko &amp; Die Regulatorik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DGSVO Art. 9</a:t>
            </a:r>
          </a:p>
          <a:p>
            <a:pPr lvl="1"/>
            <a:r>
              <a:rPr lang="de-DE" dirty="0"/>
              <a:t>Röntgen &amp; CT-Bilder sind hochsensible Patientendaten mit strenger Zweckbindung</a:t>
            </a:r>
          </a:p>
          <a:p>
            <a:pPr lvl="1"/>
            <a:endParaRPr lang="de-DE" dirty="0"/>
          </a:p>
          <a:p>
            <a:r>
              <a:rPr lang="de-DE" dirty="0"/>
              <a:t>Cloud Risiko (US CLOUD Act)</a:t>
            </a:r>
          </a:p>
          <a:p>
            <a:pPr lvl="1"/>
            <a:r>
              <a:rPr lang="de-DE" dirty="0"/>
              <a:t>US-Provider sind zur Datenausgabe verpflichtet</a:t>
            </a:r>
          </a:p>
          <a:p>
            <a:pPr lvl="1"/>
            <a:r>
              <a:rPr lang="de-DE" dirty="0"/>
              <a:t>Unvereinbar mit EU-Recht</a:t>
            </a:r>
          </a:p>
          <a:p>
            <a:pPr lvl="1"/>
            <a:endParaRPr lang="de-DE" dirty="0"/>
          </a:p>
          <a:p>
            <a:r>
              <a:rPr lang="de-DE" dirty="0"/>
              <a:t>EU AI Act</a:t>
            </a:r>
          </a:p>
          <a:p>
            <a:pPr lvl="1"/>
            <a:r>
              <a:rPr lang="de-DE" dirty="0"/>
              <a:t>Diagnostik-KIs sind Hochrisiko-Systeme</a:t>
            </a:r>
          </a:p>
          <a:p>
            <a:pPr lvl="1"/>
            <a:r>
              <a:rPr lang="de-DE" dirty="0"/>
              <a:t>Zertifizierung erfordert lückenlose Nachweise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2FD1EAA-1632-DBD5-C3BC-1428629B9C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Lösungsarchitekturen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On-</a:t>
            </a:r>
            <a:r>
              <a:rPr lang="de-DE" dirty="0" err="1"/>
              <a:t>Premise</a:t>
            </a:r>
            <a:r>
              <a:rPr lang="de-DE" dirty="0"/>
              <a:t> Server</a:t>
            </a:r>
          </a:p>
          <a:p>
            <a:pPr lvl="1"/>
            <a:r>
              <a:rPr lang="de-DE" dirty="0"/>
              <a:t>100% Datenverbleib im lokalen Netzwerk</a:t>
            </a:r>
          </a:p>
          <a:p>
            <a:pPr lvl="1"/>
            <a:r>
              <a:rPr lang="de-DE" dirty="0"/>
              <a:t>Kritische Messgröße: Inferenz-Latenz</a:t>
            </a:r>
          </a:p>
          <a:p>
            <a:pPr lvl="1"/>
            <a:endParaRPr lang="de-DE" dirty="0"/>
          </a:p>
          <a:p>
            <a:r>
              <a:rPr lang="de-DE" dirty="0"/>
              <a:t>Federated Learning</a:t>
            </a:r>
          </a:p>
          <a:p>
            <a:pPr lvl="1"/>
            <a:r>
              <a:rPr lang="de-DE" dirty="0"/>
              <a:t>Standortübergreifendes KI-Training ohne Datenaustausch</a:t>
            </a:r>
          </a:p>
          <a:p>
            <a:pPr lvl="1"/>
            <a:r>
              <a:rPr lang="de-DE" dirty="0"/>
              <a:t>Nur Modellgewichte werden zentral geteilt</a:t>
            </a:r>
          </a:p>
          <a:p>
            <a:pPr lvl="1"/>
            <a:r>
              <a:rPr lang="de-DE" dirty="0"/>
              <a:t>Absicherung durch Differential Privacy</a:t>
            </a:r>
          </a:p>
        </p:txBody>
      </p:sp>
    </p:spTree>
    <p:extLst>
      <p:ext uri="{BB962C8B-B14F-4D97-AF65-F5344CB8AC3E}">
        <p14:creationId xmlns:p14="http://schemas.microsoft.com/office/powerpoint/2010/main" val="383274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B84E-690B-DB88-AC92-824C1DAA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93322D93-61D8-BD6C-BA8C-22F8796169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0362" b="10362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7B06-6632-651F-B5C2-4FDC309636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223963"/>
            <a:ext cx="12168188" cy="5040312"/>
          </a:xfrm>
        </p:spPr>
        <p:txBody>
          <a:bodyPr/>
          <a:lstStyle/>
          <a:p>
            <a:r>
              <a:rPr lang="de-DE" dirty="0"/>
              <a:t>Fazit &amp; Ausblick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E82244-C414-95A4-B403-D33F1A5EF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13</a:t>
            </a:fld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254EE2-4D3A-D722-D031-FCE27EE0340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F7E0440-E470-452B-8353-F729DEF54E7D}" type="datetime1">
              <a:rPr lang="de-DE" noProof="0" smtClean="0"/>
              <a:t>01.07.2026</a:t>
            </a:fld>
            <a:endParaRPr lang="en-US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84534B-571D-631B-653D-673930E9AC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</p:spTree>
    <p:extLst>
      <p:ext uri="{BB962C8B-B14F-4D97-AF65-F5344CB8AC3E}">
        <p14:creationId xmlns:p14="http://schemas.microsoft.com/office/powerpoint/2010/main" val="404602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A75E38-FB40-1F6E-38F9-8B2A1F32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BFD9-1BAE-4659-8FF3-99865F4BDD7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0046B9-76EE-BF08-E57F-414F8960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14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25CE51-9A54-D5A8-17A8-7338E97FD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1760210-4C28-6DE8-8097-47EABA3E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/ Take-Aways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196A6B5-EBEC-A132-FA37-BDB0B89913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210984-5E7A-CC88-A436-FFE02E6C83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016AAF7-19CF-EC5B-109F-5D326BAF3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Methodik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Transfer industrieller CNNs in die Radiologie ist erprobt und machbar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A0FBBBB-658D-9104-DAA0-7DE397A580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Nutzen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Hart messbare Nutzen durch höhere Sensitivität bei halbiertem Zeitaufwand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3F0DF8F-2D31-27DD-A1A5-D8CE243E0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Hürde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Die größte Herausforderung ist nicht die KI, sondern die datenschutzkonforme Inhouse-Architektur</a:t>
            </a:r>
          </a:p>
        </p:txBody>
      </p:sp>
      <p:pic>
        <p:nvPicPr>
          <p:cNvPr id="12" name="Grafik 11" descr="Schildkreuz Silhouette">
            <a:extLst>
              <a:ext uri="{FF2B5EF4-FFF2-40B4-BE49-F238E27FC236}">
                <a16:creationId xmlns:a16="http://schemas.microsoft.com/office/drawing/2014/main" id="{D6D6B9A4-7B43-91BE-C118-F5E6128938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32800" y="2829600"/>
            <a:ext cx="914400" cy="914400"/>
          </a:xfrm>
          <a:prstGeom prst="rect">
            <a:avLst/>
          </a:prstGeom>
        </p:spPr>
      </p:pic>
      <p:pic>
        <p:nvPicPr>
          <p:cNvPr id="14" name="Grafik 13" descr="Sanduhr abgelaufen Silhouette">
            <a:extLst>
              <a:ext uri="{FF2B5EF4-FFF2-40B4-BE49-F238E27FC236}">
                <a16:creationId xmlns:a16="http://schemas.microsoft.com/office/drawing/2014/main" id="{2122B492-92AC-A4D5-B0DB-CBF8A5D2D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6894" y="2829600"/>
            <a:ext cx="914400" cy="914400"/>
          </a:xfrm>
          <a:prstGeom prst="rect">
            <a:avLst/>
          </a:prstGeom>
        </p:spPr>
      </p:pic>
      <p:pic>
        <p:nvPicPr>
          <p:cNvPr id="16" name="Grafik 15" descr="Arzt Silhouette">
            <a:extLst>
              <a:ext uri="{FF2B5EF4-FFF2-40B4-BE49-F238E27FC236}">
                <a16:creationId xmlns:a16="http://schemas.microsoft.com/office/drawing/2014/main" id="{6FA10E46-07B8-D36D-EA25-24DB1739C9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799" y="2829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54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34FC36-E352-0FD7-63EB-88EB7680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3C41-B64C-4DDC-9079-538D565A5102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9E6D386-EC41-A627-94FA-91BEB209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15</a:t>
            </a:fld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504841-E761-3F40-A545-2F627A3E8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831B66F-BB78-E996-D4A5-4CCFCE09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0CC594-44F6-F76C-6D23-7598EC585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EU AI Act</a:t>
            </a:r>
          </a:p>
          <a:p>
            <a:pPr lvl="1"/>
            <a:r>
              <a:rPr lang="de-DE" dirty="0"/>
              <a:t>Schafft bis August 2026 den rechtlichen Rahmen</a:t>
            </a:r>
          </a:p>
          <a:p>
            <a:pPr lvl="1"/>
            <a:endParaRPr lang="de-DE" dirty="0"/>
          </a:p>
          <a:p>
            <a:r>
              <a:rPr lang="de-DE" dirty="0"/>
              <a:t>Multimodale Modelle</a:t>
            </a:r>
          </a:p>
          <a:p>
            <a:pPr lvl="1"/>
            <a:r>
              <a:rPr lang="de-DE" dirty="0"/>
              <a:t>Die KI wertet Röntgenbilder + Arztbriefe + Laborwerte gleichzeitig aus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504A5CD-EC7C-34D0-1ED9-2A8E5493FB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1C6EE7-37B8-8958-DCED-D947AD992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Waage der Justitia Silhouette">
            <a:extLst>
              <a:ext uri="{FF2B5EF4-FFF2-40B4-BE49-F238E27FC236}">
                <a16:creationId xmlns:a16="http://schemas.microsoft.com/office/drawing/2014/main" id="{E2383040-2969-7447-5F7F-222BDA494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6281" y="1223425"/>
            <a:ext cx="914400" cy="914400"/>
          </a:xfrm>
          <a:prstGeom prst="rect">
            <a:avLst/>
          </a:prstGeom>
        </p:spPr>
      </p:pic>
      <p:pic>
        <p:nvPicPr>
          <p:cNvPr id="12" name="Grafik 11" descr="Jongleur Silhouette">
            <a:extLst>
              <a:ext uri="{FF2B5EF4-FFF2-40B4-BE49-F238E27FC236}">
                <a16:creationId xmlns:a16="http://schemas.microsoft.com/office/drawing/2014/main" id="{A9BA8D4B-FF76-8B86-74F1-8DCF1A6B5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4000" y="19273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84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F1CA2E-BA18-9FA2-6F7D-C6A6232D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C8FA-13F3-4515-BBCE-036FB95785D4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48C11-134B-93F4-81AF-B4B7E763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 </a:t>
            </a:r>
            <a:fld id="{C15DF3FA-E9A9-4875-8428-1B9A184CD838}" type="slidenum">
              <a:rPr lang="en-US" smtClean="0"/>
              <a:pPr/>
              <a:t>16</a:t>
            </a:fld>
            <a:endParaRPr lang="en-US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0C8F3C4-7C76-8E5E-20BF-3CFA5B9DF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Von der Produktion zur Diagnose: Was Medizin von industrieller KI-Bildanalyse lernen kann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DFC97F0-0069-FF06-B87E-6CE2CB69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Literaturverzeichnis &amp; Kontakt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2E1A984F-A638-6F41-766E-AB8B776F4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570" t="5781" r="4186" b="3975"/>
          <a:stretch>
            <a:fillRect/>
          </a:stretch>
        </p:blipFill>
        <p:spPr>
          <a:xfrm>
            <a:off x="3610132" y="973855"/>
            <a:ext cx="5504292" cy="5504290"/>
          </a:xfrm>
          <a:prstGeom prst="rect">
            <a:avLst/>
          </a:prstGeo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97E23DB-2F22-0AD5-618A-4618E57882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Link: https://github.com/gbshschmlu/gt-seminar-2026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BCEF944-629B-0B41-580A-55A668188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199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7009CC3-0467-4E9A-AED1-85ADCE621C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0475C30-19AD-437F-BE09-06F7A3910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7418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B6BD0D-5D00-4F27-8EE1-40C5B6AC9F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9BCE2F-9BCD-4601-9CE4-EF5469A7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BF6EC-3C92-4A1E-8FA4-FB1D36D69781}" type="datetime1">
              <a:rPr lang="de-DE" noProof="0" smtClean="0"/>
              <a:t>01.07.2026</a:t>
            </a:fld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7DD925-EA0F-4BDC-A9FC-C91C1B531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0"/>
              <a:t>Grenzebach Gruppe | Unternehmenspräsentation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8B9FEF-9E2E-492A-A2E4-686AE23F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Seite</a:t>
            </a:r>
            <a:r>
              <a:rPr lang="en-US" noProof="0"/>
              <a:t> </a:t>
            </a:r>
            <a:fld id="{C15DF3FA-E9A9-4875-8428-1B9A184CD838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13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renzebach Master">
  <a:themeElements>
    <a:clrScheme name="Grenzebach">
      <a:dk1>
        <a:srgbClr val="282D32"/>
      </a:dk1>
      <a:lt1>
        <a:sysClr val="window" lastClr="FFFFFF"/>
      </a:lt1>
      <a:dk2>
        <a:srgbClr val="585E63"/>
      </a:dk2>
      <a:lt2>
        <a:srgbClr val="A0A0A0"/>
      </a:lt2>
      <a:accent1>
        <a:srgbClr val="ED1B24"/>
      </a:accent1>
      <a:accent2>
        <a:srgbClr val="91A5B8"/>
      </a:accent2>
      <a:accent3>
        <a:srgbClr val="37908C"/>
      </a:accent3>
      <a:accent4>
        <a:srgbClr val="1762BF"/>
      </a:accent4>
      <a:accent5>
        <a:srgbClr val="7864FF"/>
      </a:accent5>
      <a:accent6>
        <a:srgbClr val="5DD1E1"/>
      </a:accent6>
      <a:hlink>
        <a:srgbClr val="A0A0A0"/>
      </a:hlink>
      <a:folHlink>
        <a:srgbClr val="A0A0A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2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80000" indent="-180000" algn="l">
          <a:buClr>
            <a:schemeClr val="accent1"/>
          </a:buClr>
          <a:buFont typeface="Arial" panose="020B0604020202020204" pitchFamily="34" charset="0"/>
          <a:buChar char="»"/>
          <a:defRPr sz="1600" dirty="0">
            <a:solidFill>
              <a:schemeClr val="tx2"/>
            </a:solidFill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0000" indent="-180000" algn="l">
          <a:buClr>
            <a:schemeClr val="accent1"/>
          </a:buClr>
          <a:buFont typeface="Arial" panose="020B0604020202020204" pitchFamily="34" charset="0"/>
          <a:buChar char="»"/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enzebach-Group_Corporate-Presentation_202601_DE" id="{B8B10931-0A13-48EC-BAD3-AD2568BFAE98}" vid="{21D8AEEC-9246-43F6-AF13-CA67C8C02623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EF205FA461F34438BD760667B1B71AD" ma:contentTypeVersion="4" ma:contentTypeDescription="Ein neues Dokument erstellen." ma:contentTypeScope="" ma:versionID="dda07a2cdeb8635aba69db89360b7cb8">
  <xsd:schema xmlns:xsd="http://www.w3.org/2001/XMLSchema" xmlns:xs="http://www.w3.org/2001/XMLSchema" xmlns:p="http://schemas.microsoft.com/office/2006/metadata/properties" xmlns:ns2="a520fe50-23cf-4a2e-8bfc-142b59f95669" xmlns:ns3="eabdc1b4-8c54-4046-afbe-47a7b6cade93" targetNamespace="http://schemas.microsoft.com/office/2006/metadata/properties" ma:root="true" ma:fieldsID="3d43928a1595ae37fd514363e787ba9b" ns2:_="" ns3:_="">
    <xsd:import namespace="a520fe50-23cf-4a2e-8bfc-142b59f95669"/>
    <xsd:import namespace="eabdc1b4-8c54-4046-afbe-47a7b6cade9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0fe50-23cf-4a2e-8bfc-142b59f9566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c1b4-8c54-4046-afbe-47a7b6cade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a520fe50-23cf-4a2e-8bfc-142b59f95669">FFCHKUDXR3DJ-1374514227-86</_dlc_DocId>
    <_dlc_DocIdUrl xmlns="a520fe50-23cf-4a2e-8bfc-142b59f95669">
      <Url>https://grenzebach.sharepoint.com/sites/SP-Dokumentencenter-Test-MBE/_layouts/15/DocIdRedir.aspx?ID=FFCHKUDXR3DJ-1374514227-86</Url>
      <Description>FFCHKUDXR3DJ-1374514227-86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4D983F-044D-4A64-A272-87E935D94DF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09A5B21-3145-4A94-B8CA-880D7B5BC8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20fe50-23cf-4a2e-8bfc-142b59f95669"/>
    <ds:schemaRef ds:uri="eabdc1b4-8c54-4046-afbe-47a7b6cade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EA884E7-6DB8-49F0-8083-162A2FB7ECEB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eabdc1b4-8c54-4046-afbe-47a7b6cade93"/>
    <ds:schemaRef ds:uri="a520fe50-23cf-4a2e-8bfc-142b59f95669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8092A37D-6846-4597-A05A-38F35DFC19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Grenzebach-Group_Corporate-Presentation_DE</Template>
  <TotalTime>0</TotalTime>
  <Words>822</Words>
  <Application>Microsoft Office PowerPoint</Application>
  <PresentationFormat>Benutzerdefiniert</PresentationFormat>
  <Paragraphs>208</Paragraphs>
  <Slides>18</Slides>
  <Notes>1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Segoe UI</vt:lpstr>
      <vt:lpstr>Wingdings</vt:lpstr>
      <vt:lpstr>Grenzebach Master</vt:lpstr>
      <vt:lpstr>think-cell Folie</vt:lpstr>
      <vt:lpstr>PowerPoint-Präsentation</vt:lpstr>
      <vt:lpstr>Agenda</vt:lpstr>
      <vt:lpstr>Problemstellung</vt:lpstr>
      <vt:lpstr>PowerPoint-Präsentation</vt:lpstr>
      <vt:lpstr>Technische Grundlage: Convolutional Neural Network (CNN)</vt:lpstr>
      <vt:lpstr>Technische Grundlage: Transfer Learning &amp; Fine-Tuning</vt:lpstr>
      <vt:lpstr>PowerPoint-Präsentation</vt:lpstr>
      <vt:lpstr>Transfer zwischen Projekt „ROSI“ &amp; der Medizin</vt:lpstr>
      <vt:lpstr>PowerPoint-Präsentation</vt:lpstr>
      <vt:lpstr>Evidenz Ebene 1: Modell Genauigkeit</vt:lpstr>
      <vt:lpstr>Evidenz Ebene 2: Klinische Effizienz</vt:lpstr>
      <vt:lpstr>Evidenz Ebene 3: IT-Souveränität &amp; Infrastruktur</vt:lpstr>
      <vt:lpstr>PowerPoint-Präsentation</vt:lpstr>
      <vt:lpstr>Fazit / Take-Aways</vt:lpstr>
      <vt:lpstr>Ausblick</vt:lpstr>
      <vt:lpstr>Literaturverzeichnis &amp; Kontakt</vt:lpstr>
      <vt:lpstr>PowerPoint-Präsentation</vt:lpstr>
      <vt:lpstr>PowerPoint-Präsentation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Schmidt Luca</dc:creator>
  <cp:lastModifiedBy>Schmidt Luca</cp:lastModifiedBy>
  <cp:revision>9</cp:revision>
  <cp:lastPrinted>2018-02-16T09:35:05Z</cp:lastPrinted>
  <dcterms:created xsi:type="dcterms:W3CDTF">2026-07-01T08:45:04Z</dcterms:created>
  <dcterms:modified xsi:type="dcterms:W3CDTF">2026-07-01T11:37:16Z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0x010100CEF205FA461F34438BD760667B1B71AD</vt:lpwstr>
  </property>
  <property fmtid="{D5CDD505-2E9C-101B-9397-08002B2CF9AE}" pid="3" name="_dlc_DocIdItemGuid">
    <vt:lpwstr>09930e61-785d-4a96-a984-12de6a06d557</vt:lpwstr>
  </property>
</Properties>
</file>